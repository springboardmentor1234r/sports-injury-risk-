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BM Plex Sans Light" panose="020B0403050203000203" pitchFamily="34" charset="0"/>
      <p:regular r:id="rId13"/>
    </p:embeddedFont>
    <p:embeddedFont>
      <p:font typeface="IBM Plex Sans Medium" panose="020B0603050203000203" pitchFamily="34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9E4C0-A6B3-4052-AA56-B817CE4FE580}" v="2" dt="2026-08-17T11:33:38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EEQ AHAMMAD SHAIK" userId="0856764e1ffc04c5" providerId="LiveId" clId="{95B3014F-88C0-4445-9EF3-005E6D831BDD}"/>
    <pc:docChg chg="custSel modSld">
      <pc:chgData name="RAFEEQ AHAMMAD SHAIK" userId="0856764e1ffc04c5" providerId="LiveId" clId="{95B3014F-88C0-4445-9EF3-005E6D831BDD}" dt="2026-08-17T11:38:19.238" v="80" actId="14100"/>
      <pc:docMkLst>
        <pc:docMk/>
      </pc:docMkLst>
      <pc:sldChg chg="addSp delSp modSp mod">
        <pc:chgData name="RAFEEQ AHAMMAD SHAIK" userId="0856764e1ffc04c5" providerId="LiveId" clId="{95B3014F-88C0-4445-9EF3-005E6D831BDD}" dt="2026-08-17T11:38:19.238" v="80" actId="14100"/>
        <pc:sldMkLst>
          <pc:docMk/>
          <pc:sldMk cId="0" sldId="263"/>
        </pc:sldMkLst>
        <pc:picChg chg="add mod">
          <ac:chgData name="RAFEEQ AHAMMAD SHAIK" userId="0856764e1ffc04c5" providerId="LiveId" clId="{95B3014F-88C0-4445-9EF3-005E6D831BDD}" dt="2026-08-17T11:38:19.238" v="80" actId="14100"/>
          <ac:picMkLst>
            <pc:docMk/>
            <pc:sldMk cId="0" sldId="263"/>
            <ac:picMk id="9" creationId="{44057EF3-39B0-3147-A295-26AB326BCCF2}"/>
          </ac:picMkLst>
        </pc:picChg>
        <pc:picChg chg="add mod">
          <ac:chgData name="RAFEEQ AHAMMAD SHAIK" userId="0856764e1ffc04c5" providerId="LiveId" clId="{95B3014F-88C0-4445-9EF3-005E6D831BDD}" dt="2026-08-17T11:38:15.310" v="79" actId="1076"/>
          <ac:picMkLst>
            <pc:docMk/>
            <pc:sldMk cId="0" sldId="263"/>
            <ac:picMk id="11" creationId="{66EC8976-2C86-C7F6-674C-A33FA64DE46B}"/>
          </ac:picMkLst>
        </pc:picChg>
      </pc:sldChg>
      <pc:sldChg chg="addSp delSp modSp mod">
        <pc:chgData name="RAFEEQ AHAMMAD SHAIK" userId="0856764e1ffc04c5" providerId="LiveId" clId="{95B3014F-88C0-4445-9EF3-005E6D831BDD}" dt="2026-08-17T11:37:49.881" v="73" actId="14100"/>
        <pc:sldMkLst>
          <pc:docMk/>
          <pc:sldMk cId="0" sldId="264"/>
        </pc:sldMkLst>
        <pc:picChg chg="add mod">
          <ac:chgData name="RAFEEQ AHAMMAD SHAIK" userId="0856764e1ffc04c5" providerId="LiveId" clId="{95B3014F-88C0-4445-9EF3-005E6D831BDD}" dt="2026-08-17T11:37:49.881" v="73" actId="14100"/>
          <ac:picMkLst>
            <pc:docMk/>
            <pc:sldMk cId="0" sldId="264"/>
            <ac:picMk id="21" creationId="{CCF3F8E3-AD2E-F888-752B-2458A45DDB2F}"/>
          </ac:picMkLst>
        </pc:picChg>
      </pc:sldChg>
      <pc:sldChg chg="addSp delSp modSp mod">
        <pc:chgData name="RAFEEQ AHAMMAD SHAIK" userId="0856764e1ffc04c5" providerId="LiveId" clId="{95B3014F-88C0-4445-9EF3-005E6D831BDD}" dt="2026-08-17T11:37:36.250" v="71" actId="14100"/>
        <pc:sldMkLst>
          <pc:docMk/>
          <pc:sldMk cId="0" sldId="265"/>
        </pc:sldMkLst>
        <pc:spChg chg="mod">
          <ac:chgData name="RAFEEQ AHAMMAD SHAIK" userId="0856764e1ffc04c5" providerId="LiveId" clId="{95B3014F-88C0-4445-9EF3-005E6D831BDD}" dt="2026-08-17T11:36:20.082" v="53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6:31.966" v="55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7:02.756" v="62" actId="14100"/>
          <ac:spMkLst>
            <pc:docMk/>
            <pc:sldMk cId="0" sldId="265"/>
            <ac:spMk id="11" creationId="{00000000-0000-0000-0000-000000000000}"/>
          </ac:spMkLst>
        </pc:spChg>
        <pc:spChg chg="del">
          <ac:chgData name="RAFEEQ AHAMMAD SHAIK" userId="0856764e1ffc04c5" providerId="LiveId" clId="{95B3014F-88C0-4445-9EF3-005E6D831BDD}" dt="2026-08-17T11:35:20.150" v="38" actId="478"/>
          <ac:spMkLst>
            <pc:docMk/>
            <pc:sldMk cId="0" sldId="265"/>
            <ac:spMk id="12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5:17.248" v="37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3:41.200" v="34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3:35.024" v="30" actId="20577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RAFEEQ AHAMMAD SHAIK" userId="0856764e1ffc04c5" providerId="LiveId" clId="{95B3014F-88C0-4445-9EF3-005E6D831BDD}" dt="2026-08-17T11:37:28.191" v="69" actId="478"/>
          <ac:spMkLst>
            <pc:docMk/>
            <pc:sldMk cId="0" sldId="265"/>
            <ac:spMk id="16" creationId="{00000000-0000-0000-0000-000000000000}"/>
          </ac:spMkLst>
        </pc:spChg>
        <pc:spChg chg="mod">
          <ac:chgData name="RAFEEQ AHAMMAD SHAIK" userId="0856764e1ffc04c5" providerId="LiveId" clId="{95B3014F-88C0-4445-9EF3-005E6D831BDD}" dt="2026-08-17T11:35:11.763" v="35" actId="20577"/>
          <ac:spMkLst>
            <pc:docMk/>
            <pc:sldMk cId="0" sldId="265"/>
            <ac:spMk id="17" creationId="{00000000-0000-0000-0000-000000000000}"/>
          </ac:spMkLst>
        </pc:spChg>
        <pc:spChg chg="add del mod">
          <ac:chgData name="RAFEEQ AHAMMAD SHAIK" userId="0856764e1ffc04c5" providerId="LiveId" clId="{95B3014F-88C0-4445-9EF3-005E6D831BDD}" dt="2026-08-17T11:33:37.138" v="32"/>
          <ac:spMkLst>
            <pc:docMk/>
            <pc:sldMk cId="0" sldId="265"/>
            <ac:spMk id="18" creationId="{3EB198CA-35B3-F3AA-D847-A56037121266}"/>
          </ac:spMkLst>
        </pc:spChg>
        <pc:spChg chg="add del mod">
          <ac:chgData name="RAFEEQ AHAMMAD SHAIK" userId="0856764e1ffc04c5" providerId="LiveId" clId="{95B3014F-88C0-4445-9EF3-005E6D831BDD}" dt="2026-08-17T11:35:20.150" v="40"/>
          <ac:spMkLst>
            <pc:docMk/>
            <pc:sldMk cId="0" sldId="265"/>
            <ac:spMk id="19" creationId="{79E9E339-8259-6497-9608-0AB6E6C0EE74}"/>
          </ac:spMkLst>
        </pc:spChg>
        <pc:picChg chg="mod">
          <ac:chgData name="RAFEEQ AHAMMAD SHAIK" userId="0856764e1ffc04c5" providerId="LiveId" clId="{95B3014F-88C0-4445-9EF3-005E6D831BDD}" dt="2026-08-17T11:36:12.929" v="51" actId="14100"/>
          <ac:picMkLst>
            <pc:docMk/>
            <pc:sldMk cId="0" sldId="265"/>
            <ac:picMk id="3" creationId="{00000000-0000-0000-0000-000000000000}"/>
          </ac:picMkLst>
        </pc:picChg>
        <pc:picChg chg="mod">
          <ac:chgData name="RAFEEQ AHAMMAD SHAIK" userId="0856764e1ffc04c5" providerId="LiveId" clId="{95B3014F-88C0-4445-9EF3-005E6D831BDD}" dt="2026-08-17T11:37:32.151" v="70" actId="14100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RAFEEQ AHAMMAD SHAIK" userId="0856764e1ffc04c5" providerId="LiveId" clId="{95B3014F-88C0-4445-9EF3-005E6D831BDD}" dt="2026-08-17T11:37:36.250" v="71" actId="14100"/>
          <ac:picMkLst>
            <pc:docMk/>
            <pc:sldMk cId="0" sldId="265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10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9809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Sports Injury Risk Detection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40769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AI-Powered Athlete Movement Analysis &amp; Injury Prevention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99628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Monitor. Analyse. Prevent injuries.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382566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 platform designed to analyse athlete movement, identify biomechanical issues, and support early injury‑risk detection.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531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 Stack — Modern Full‑Stack 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14810"/>
            <a:ext cx="552450" cy="341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814810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Python + FastAPI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342778"/>
            <a:ext cx="11753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High‑performance backend REST API handling authentication, athlete management and frontend communication.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14810"/>
            <a:ext cx="552450" cy="341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81481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121322"/>
            <a:ext cx="117544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Fast, component‑based UI for login, registration, dashboard and athlete profile workflows.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14810"/>
            <a:ext cx="552450" cy="341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814810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SQLite + SQLAlchemy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342778"/>
            <a:ext cx="117544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local data store for development with ORM for structured data access and migrations.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814810"/>
            <a:ext cx="552450" cy="341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81481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JWT + bcrypt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121322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session tokens and strong password hashing to protect user credentials and API access.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4316760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Labels: Python | FastAPI | React | Vite | SQLite | SQLAlchemy | Axios | JWT | bcrypt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49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1481"/>
            <a:ext cx="838200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16411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User Authentication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44379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and login with JWT sessions and bcrypt password hashing to ensure protected access.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491481"/>
            <a:ext cx="838200" cy="1047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1641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Role‑Based Access Control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24437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for Athlete, Coach, Physiotherapist, Sports Scientist and Administrator roles with tailored interfaces.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491481"/>
            <a:ext cx="838200" cy="1047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1641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Athlete Profile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24437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athlete records: demographics, position, injury history and training load for longitudinal tracking.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491481"/>
            <a:ext cx="838200" cy="1047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1641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Athlete Monitoring Dashboard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244379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Centralised view of athlete roster, analysis previews and system health to support clinical and coaching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65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 Statement — Challenges in Injury Prevention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48148"/>
            <a:ext cx="1931566" cy="2616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6772" y="195448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2415108"/>
            <a:ext cx="16099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Delayed Injury Detection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943076"/>
            <a:ext cx="160994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Movement abnormalities often go unnoticed until pain or injury occurs, reducing preventive opportunities.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1848148"/>
            <a:ext cx="1931640" cy="26166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171" y="195448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30252" y="2415108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Assessment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730252" y="2943076"/>
            <a:ext cx="16100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observation is time‑consuming and limited by subjective interpretation and clinician availability.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848148"/>
            <a:ext cx="1931640" cy="26166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23570" y="195448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03651" y="2415108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Fragmented Athlete Data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03651" y="2943076"/>
            <a:ext cx="16100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load, medical notes and performance metrics are frequently siloed across systems and spreadsheets.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1848148"/>
            <a:ext cx="1931640" cy="26166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96969" y="195448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877050" y="2415108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Need for Preventive Analysis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877050" y="2943076"/>
            <a:ext cx="161002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clear requirement for automated analysis to surface early risk indicators before injuries progress.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Architecture Overview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FastAPI → DB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HTTP / JWT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highlights: modular design (frontend, backend, database), REST API communication, JWT‑protected resources and an AI‑ready structure for future video processing and pose‑based analysis.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59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Challenges &amp; Solutions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80976"/>
            <a:ext cx="1880592" cy="2135163"/>
          </a:xfrm>
          <a:prstGeom prst="roundRect">
            <a:avLst>
              <a:gd name="adj" fmla="val 113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37877" y="1522735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885950"/>
            <a:ext cx="1597075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Challenge: Protect sensitive athlete data.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 JWT auth, bcrypt hashing and protected API routes.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1380976"/>
            <a:ext cx="1880592" cy="2135163"/>
          </a:xfrm>
          <a:prstGeom prst="roundRect">
            <a:avLst>
              <a:gd name="adj" fmla="val 113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660228" y="1522735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Role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60228" y="1885950"/>
            <a:ext cx="1597075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Challenge: Mixed user responsibilities.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 Granular RBAC for five user roles to constrain actions and UI access.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1380976"/>
            <a:ext cx="1880592" cy="3037061"/>
          </a:xfrm>
          <a:prstGeom prst="roundRect">
            <a:avLst>
              <a:gd name="adj" fmla="val 113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91460" y="1522735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Athlete Data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1460" y="2107406"/>
            <a:ext cx="1597075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Challenge: Disorganised records and scattered metrics.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 Structured database models via SQLAlchemy and consistent profile schemas.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72052" y="1380976"/>
            <a:ext cx="1880592" cy="3037061"/>
          </a:xfrm>
          <a:prstGeom prst="roundRect">
            <a:avLst>
              <a:gd name="adj" fmla="val 113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13811" y="1522735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AI Integration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3811" y="2107406"/>
            <a:ext cx="1597075" cy="216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Challenge: Complex video processing and ML requirements.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 Architecture designed to add video ingestion, pose estimation and risk models in future milestones.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40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Measured Outcomes — Milestone 1 Deliverables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90576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990576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Authentication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518544"/>
            <a:ext cx="130872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registration and login workflow with hashed passwords and JWT session tokens.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90576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990576"/>
            <a:ext cx="13087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Centralised Athlete Information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740000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Profiles centralise demographics, injury history and training load for consistent record‑keeping.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90576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990576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Controlled Data Access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518544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Role‑based permissions ensure sensitive data is only visible to authorised roles.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90576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990576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AI‑Ready Foundation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518544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structure enables future addition of video processing, pose estimation and prediction modules.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54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UI — Application Screens</a:t>
            </a:r>
            <a:endParaRPr lang="en-US" sz="2750" dirty="0"/>
          </a:p>
        </p:txBody>
      </p:sp>
      <p:sp>
        <p:nvSpPr>
          <p:cNvPr id="7" name="Text 1"/>
          <p:cNvSpPr/>
          <p:nvPr/>
        </p:nvSpPr>
        <p:spPr>
          <a:xfrm>
            <a:off x="496119" y="385442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provides an intuitive interface for athletes and sports professionals to securely access athlete information, manage profiles and monitor the injury‑analysis workflow.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057EF3-39B0-3147-A295-26AB326B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16" y="1406768"/>
            <a:ext cx="3813849" cy="2363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EC8976-2C86-C7F6-674C-A33FA64DE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747" y="1384743"/>
            <a:ext cx="4410222" cy="23633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801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Athlete Registration &amp; Authentication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76080" y="105675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76080" y="1241971"/>
            <a:ext cx="4776490" cy="14288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876080" y="1329184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Simple User Registration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76080" y="1609799"/>
            <a:ext cx="477649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create an account with name, email, password and role selection.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76080" y="1966689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76080" y="2151906"/>
            <a:ext cx="4776490" cy="14288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876080" y="2239119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876080" y="2519735"/>
            <a:ext cx="477649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Passwords hashed with bcrypt; login issues JWT access tokens for API calls.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76080" y="287662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76080" y="3061841"/>
            <a:ext cx="4776490" cy="14288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876080" y="3149054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Role Selection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876080" y="3429670"/>
            <a:ext cx="477649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supported roles: Athlete, Coach, Physiotherapist, Sports Scientist, Administrator.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76080" y="3786560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76080" y="3971776"/>
            <a:ext cx="4776490" cy="14288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3876080" y="4058989"/>
            <a:ext cx="47764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Personalised Access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76080" y="4339605"/>
            <a:ext cx="477649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Post‑login routing directs users to role‑appropriate dashboards and tools.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F3F8E3-AD2E-F888-752B-2458A45D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9025"/>
            <a:ext cx="3771920" cy="37096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08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Enhancements &amp; Roadmap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8473"/>
            <a:ext cx="2630016" cy="19785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608" y="1005111"/>
            <a:ext cx="173652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Video Processing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 flipV="1">
            <a:off x="576773" y="3502854"/>
            <a:ext cx="2412611" cy="1188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upload and processing of training videos. Technologies to explore: OpenCV, FFmpeg.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852" y="1480021"/>
            <a:ext cx="1849902" cy="18472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0444" y="1005111"/>
            <a:ext cx="173652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Pose &amp; Biomechanical Analysis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150444" y="3435103"/>
            <a:ext cx="1736527" cy="155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keypoints and evaluate joint angles, symmetry and abnormal movement patterns. Potential tools: MediaPipe, OpenPose, MoveNet.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221" y="1289670"/>
            <a:ext cx="2032781" cy="19373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11280" y="1005111"/>
            <a:ext cx="173660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Injury Risk Prediction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911280" y="3421483"/>
            <a:ext cx="1736601" cy="1375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models to produce risk classifications, alerts and preventive recommendations from movement and athlete data.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96119" y="2704505"/>
            <a:ext cx="8151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96119" y="3146078"/>
            <a:ext cx="43844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6119" y="3421484"/>
            <a:ext cx="3927277" cy="1270248"/>
          </a:xfrm>
          <a:prstGeom prst="rect">
            <a:avLst/>
          </a:prstGeom>
          <a:noFill/>
          <a:ln/>
        </p:spPr>
        <p:txBody>
          <a:bodyPr wrap="square" lIns="0" tIns="48733" rIns="0" bIns="0" rtlCol="0" anchor="t">
            <a:norm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25367" y="3421484"/>
            <a:ext cx="3927277" cy="61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Font typeface="+mj-lt"/>
              <a:buAutoNum type="arabicPeriod"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718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IBM Plex Sans Medium</vt:lpstr>
      <vt:lpstr>IBM Plex Sans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RAFEEQ AHAMMAD SHAIK</cp:lastModifiedBy>
  <cp:revision>1</cp:revision>
  <dcterms:created xsi:type="dcterms:W3CDTF">2026-08-15T13:51:15Z</dcterms:created>
  <dcterms:modified xsi:type="dcterms:W3CDTF">2026-08-17T11:38:26Z</dcterms:modified>
</cp:coreProperties>
</file>
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3" r:id="rId5"/>
    <p:sldId id="295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6" autoAdjust="0"/>
    <p:restoredTop sz="94619" autoAdjust="0"/>
  </p:normalViewPr>
  <p:slideViewPr>
    <p:cSldViewPr snapToGrid="0">
      <p:cViewPr varScale="1">
        <p:scale>
          <a:sx n="65" d="100"/>
          <a:sy n="65" d="100"/>
        </p:scale>
        <p:origin x="8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IN" sz="4400" dirty="0"/>
              <a:t>Sports Injury Risk Detection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2" y="3907891"/>
            <a:ext cx="4775075" cy="1053480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IN" b="1" dirty="0"/>
              <a:t>Pose Estimation, Biomechanical Analysis &amp; Injury Risk Prediction Using Deep Learning</a:t>
            </a:r>
            <a:endParaRPr lang="en-IN" dirty="0"/>
          </a:p>
          <a:p>
            <a:pPr>
              <a:spcAft>
                <a:spcPts val="6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D7486-A261-06EC-9F1B-48711B480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76" y="4608576"/>
            <a:ext cx="4362936" cy="2035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CD6A13-695B-731C-CA6D-F009F27F9E51}"/>
              </a:ext>
            </a:extLst>
          </p:cNvPr>
          <p:cNvSpPr txBox="1"/>
          <p:nvPr/>
        </p:nvSpPr>
        <p:spPr>
          <a:xfrm>
            <a:off x="886968" y="6071617"/>
            <a:ext cx="3044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Name: Krishna Gaikwad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295F-E638-4F61-AFE2-CF3E4055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642594"/>
            <a:ext cx="10899648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200" b="1" dirty="0"/>
              <a:t>Technology Stack:</a:t>
            </a:r>
            <a:br>
              <a:rPr lang="en-IN" b="1" dirty="0"/>
            </a:br>
            <a:r>
              <a:rPr lang="en-IN" b="1" i="1" dirty="0"/>
              <a:t>Technologies Powering the AI-Based Sports Injury Detection Platform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C36CB-DCEB-C622-A0BB-FE19219E58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9" b="7587"/>
          <a:stretch>
            <a:fillRect/>
          </a:stretch>
        </p:blipFill>
        <p:spPr>
          <a:xfrm>
            <a:off x="646176" y="1618488"/>
            <a:ext cx="10838688" cy="459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4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204A20-F5AC-8331-9A6F-88E5A3726C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-112" b="8324"/>
          <a:stretch>
            <a:fillRect/>
          </a:stretch>
        </p:blipFill>
        <p:spPr>
          <a:xfrm>
            <a:off x="2586608" y="669131"/>
            <a:ext cx="7517512" cy="551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1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719FA4F-8995-C92D-43C2-5AB20789D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3" b="5334"/>
          <a:stretch>
            <a:fillRect/>
          </a:stretch>
        </p:blipFill>
        <p:spPr>
          <a:xfrm>
            <a:off x="893064" y="265176"/>
            <a:ext cx="10290048" cy="622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476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DD01EA-93AC-AFC6-F79B-607D6107F4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2336" y="448056"/>
            <a:ext cx="11347704" cy="607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97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4427CF-5F28-D730-4BA1-7E9483FF05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59" b="5637"/>
          <a:stretch>
            <a:fillRect/>
          </a:stretch>
        </p:blipFill>
        <p:spPr>
          <a:xfrm>
            <a:off x="795528" y="285750"/>
            <a:ext cx="10552176" cy="593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45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909AC4-6E3D-2CCE-31CD-F4787E7D91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3" b="8093"/>
          <a:stretch>
            <a:fillRect/>
          </a:stretch>
        </p:blipFill>
        <p:spPr>
          <a:xfrm>
            <a:off x="1874521" y="484632"/>
            <a:ext cx="8375904" cy="57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79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3C04FA-37B9-99CD-46C3-10F043AFF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638" y="3567980"/>
            <a:ext cx="5840361" cy="3290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9F9F98-F5E3-97D3-2071-FD02286F6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082" y="3254477"/>
            <a:ext cx="6367722" cy="35679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97BEA0-300F-E498-3C20-B2B01A8C3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6351639" cy="3254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E81E6C-3BE7-8BB1-2608-7C1822A252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813" y="0"/>
            <a:ext cx="5909187" cy="356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99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7BF393-7360-E815-5703-FA96F79F10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9" b="5514"/>
          <a:stretch>
            <a:fillRect/>
          </a:stretch>
        </p:blipFill>
        <p:spPr>
          <a:xfrm>
            <a:off x="1133856" y="365760"/>
            <a:ext cx="9939528" cy="598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05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66EDA1-ED7B-18C3-9DE3-D7A3C8B205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0" b="6959"/>
          <a:stretch>
            <a:fillRect/>
          </a:stretch>
        </p:blipFill>
        <p:spPr>
          <a:xfrm>
            <a:off x="2121408" y="338328"/>
            <a:ext cx="8052816" cy="58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3049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{4FE65C6D-FCB8-407D-9FA5-1401D9513392}TF993b3720-55e5-4d3e-ae7c-1ec77a73f5a45edb12b8_win32-bce7b620edb8</Template>
  <TotalTime>231</TotalTime>
  <Words>32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Avenir Next LT Pro</vt:lpstr>
      <vt:lpstr>Avenir Next LT Pro Light</vt:lpstr>
      <vt:lpstr>Garamond</vt:lpstr>
      <vt:lpstr>SavonVTI</vt:lpstr>
      <vt:lpstr>Sports Injury Risk Detection</vt:lpstr>
      <vt:lpstr>Technology Stack: Technologies Powering the AI-Based Sports Injury Detection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Soham Methe</dc:creator>
  <cp:lastModifiedBy>KRISHNA PATIL</cp:lastModifiedBy>
  <cp:revision>2</cp:revision>
  <dcterms:created xsi:type="dcterms:W3CDTF">2026-08-17T11:07:21Z</dcterms:created>
  <dcterms:modified xsi:type="dcterms:W3CDTF">2026-08-18T11:50:32Z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
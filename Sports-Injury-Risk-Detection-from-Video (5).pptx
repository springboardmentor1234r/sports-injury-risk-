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EB161-0DE9-4529-BCCB-72B9584F24ED}" v="20" dt="2026-08-17T17:36:55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 korada" userId="762200da1c07679f" providerId="LiveId" clId="{F765E704-1ACA-4C63-8311-E610F90AA2D7}"/>
    <pc:docChg chg="undo custSel modSld">
      <pc:chgData name="Jyo korada" userId="762200da1c07679f" providerId="LiveId" clId="{F765E704-1ACA-4C63-8311-E610F90AA2D7}" dt="2026-08-17T17:46:26.895" v="277" actId="115"/>
      <pc:docMkLst>
        <pc:docMk/>
      </pc:docMkLst>
      <pc:sldChg chg="modSp mod modTransition">
        <pc:chgData name="Jyo korada" userId="762200da1c07679f" providerId="LiveId" clId="{F765E704-1ACA-4C63-8311-E610F90AA2D7}" dt="2026-08-17T17:46:26.895" v="277" actId="115"/>
        <pc:sldMkLst>
          <pc:docMk/>
          <pc:sldMk cId="0" sldId="256"/>
        </pc:sldMkLst>
        <pc:spChg chg="mod">
          <ac:chgData name="Jyo korada" userId="762200da1c07679f" providerId="LiveId" clId="{F765E704-1ACA-4C63-8311-E610F90AA2D7}" dt="2026-08-17T17:46:15.508" v="275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Jyo korada" userId="762200da1c07679f" providerId="LiveId" clId="{F765E704-1ACA-4C63-8311-E610F90AA2D7}" dt="2026-08-17T17:46:26.895" v="277" actId="115"/>
          <ac:spMkLst>
            <pc:docMk/>
            <pc:sldMk cId="0" sldId="256"/>
            <ac:spMk id="6" creationId="{E94FBD5C-08F4-A36B-1758-6941CDD26FBE}"/>
          </ac:spMkLst>
        </pc:spChg>
      </pc:sldChg>
      <pc:sldChg chg="modSp mod modTransition">
        <pc:chgData name="Jyo korada" userId="762200da1c07679f" providerId="LiveId" clId="{F765E704-1ACA-4C63-8311-E610F90AA2D7}" dt="2026-08-17T17:35:15.375" v="206" actId="207"/>
        <pc:sldMkLst>
          <pc:docMk/>
          <pc:sldMk cId="0" sldId="257"/>
        </pc:sldMkLst>
        <pc:spChg chg="mod">
          <ac:chgData name="Jyo korada" userId="762200da1c07679f" providerId="LiveId" clId="{F765E704-1ACA-4C63-8311-E610F90AA2D7}" dt="2026-08-17T17:35:15.375" v="206" actId="207"/>
          <ac:spMkLst>
            <pc:docMk/>
            <pc:sldMk cId="0" sldId="257"/>
            <ac:spMk id="2" creationId="{00000000-0000-0000-0000-000000000000}"/>
          </ac:spMkLst>
        </pc:spChg>
      </pc:sldChg>
      <pc:sldChg chg="addSp delSp modSp mod modTransition">
        <pc:chgData name="Jyo korada" userId="762200da1c07679f" providerId="LiveId" clId="{F765E704-1ACA-4C63-8311-E610F90AA2D7}" dt="2026-08-17T17:36:36.754" v="220" actId="1076"/>
        <pc:sldMkLst>
          <pc:docMk/>
          <pc:sldMk cId="0" sldId="258"/>
        </pc:sldMkLst>
        <pc:spChg chg="mod">
          <ac:chgData name="Jyo korada" userId="762200da1c07679f" providerId="LiveId" clId="{F765E704-1ACA-4C63-8311-E610F90AA2D7}" dt="2026-08-17T17:36:36.195" v="21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Jyo korada" userId="762200da1c07679f" providerId="LiveId" clId="{F765E704-1ACA-4C63-8311-E610F90AA2D7}" dt="2026-08-17T17:36:35.458" v="21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yo korada" userId="762200da1c07679f" providerId="LiveId" clId="{F765E704-1ACA-4C63-8311-E610F90AA2D7}" dt="2026-08-17T17:36:35.130" v="215" actId="1076"/>
          <ac:spMkLst>
            <pc:docMk/>
            <pc:sldMk cId="0" sldId="258"/>
            <ac:spMk id="7" creationId="{00000000-0000-0000-0000-000000000000}"/>
          </ac:spMkLst>
        </pc:spChg>
        <pc:picChg chg="mod">
          <ac:chgData name="Jyo korada" userId="762200da1c07679f" providerId="LiveId" clId="{F765E704-1ACA-4C63-8311-E610F90AA2D7}" dt="2026-08-17T17:36:36.754" v="220" actId="1076"/>
          <ac:picMkLst>
            <pc:docMk/>
            <pc:sldMk cId="0" sldId="258"/>
            <ac:picMk id="3" creationId="{00000000-0000-0000-0000-000000000000}"/>
          </ac:picMkLst>
        </pc:picChg>
        <pc:picChg chg="add del mod">
          <ac:chgData name="Jyo korada" userId="762200da1c07679f" providerId="LiveId" clId="{F765E704-1ACA-4C63-8311-E610F90AA2D7}" dt="2026-08-17T17:36:36.452" v="219" actId="1076"/>
          <ac:picMkLst>
            <pc:docMk/>
            <pc:sldMk cId="0" sldId="258"/>
            <ac:picMk id="5" creationId="{00000000-0000-0000-0000-000000000000}"/>
          </ac:picMkLst>
        </pc:picChg>
      </pc:sldChg>
      <pc:sldChg chg="modSp mod modTransition">
        <pc:chgData name="Jyo korada" userId="762200da1c07679f" providerId="LiveId" clId="{F765E704-1ACA-4C63-8311-E610F90AA2D7}" dt="2026-08-17T17:39:00.678" v="253" actId="1076"/>
        <pc:sldMkLst>
          <pc:docMk/>
          <pc:sldMk cId="0" sldId="259"/>
        </pc:sldMkLst>
        <pc:spChg chg="mod">
          <ac:chgData name="Jyo korada" userId="762200da1c07679f" providerId="LiveId" clId="{F765E704-1ACA-4C63-8311-E610F90AA2D7}" dt="2026-08-17T17:38:52.798" v="25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Jyo korada" userId="762200da1c07679f" providerId="LiveId" clId="{F765E704-1ACA-4C63-8311-E610F90AA2D7}" dt="2026-08-17T17:39:00.678" v="25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yo korada" userId="762200da1c07679f" providerId="LiveId" clId="{F765E704-1ACA-4C63-8311-E610F90AA2D7}" dt="2026-08-17T17:38:57.863" v="252" actId="1076"/>
          <ac:spMkLst>
            <pc:docMk/>
            <pc:sldMk cId="0" sldId="259"/>
            <ac:spMk id="16" creationId="{00000000-0000-0000-0000-000000000000}"/>
          </ac:spMkLst>
        </pc:spChg>
        <pc:picChg chg="mod">
          <ac:chgData name="Jyo korada" userId="762200da1c07679f" providerId="LiveId" clId="{F765E704-1ACA-4C63-8311-E610F90AA2D7}" dt="2026-08-17T17:38:45.249" v="25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modSp mod modTransition">
        <pc:chgData name="Jyo korada" userId="762200da1c07679f" providerId="LiveId" clId="{F765E704-1ACA-4C63-8311-E610F90AA2D7}" dt="2026-08-17T17:39:09.542" v="254" actId="20577"/>
        <pc:sldMkLst>
          <pc:docMk/>
          <pc:sldMk cId="0" sldId="260"/>
        </pc:sldMkLst>
        <pc:spChg chg="mod">
          <ac:chgData name="Jyo korada" userId="762200da1c07679f" providerId="LiveId" clId="{F765E704-1ACA-4C63-8311-E610F90AA2D7}" dt="2026-08-17T17:39:09.542" v="254" actId="20577"/>
          <ac:spMkLst>
            <pc:docMk/>
            <pc:sldMk cId="0" sldId="260"/>
            <ac:spMk id="19" creationId="{00000000-0000-0000-0000-000000000000}"/>
          </ac:spMkLst>
        </pc:spChg>
      </pc:sldChg>
      <pc:sldChg chg="addSp delSp modSp mod modTransition">
        <pc:chgData name="Jyo korada" userId="762200da1c07679f" providerId="LiveId" clId="{F765E704-1ACA-4C63-8311-E610F90AA2D7}" dt="2026-08-17T17:43:19.957" v="269" actId="1076"/>
        <pc:sldMkLst>
          <pc:docMk/>
          <pc:sldMk cId="0" sldId="261"/>
        </pc:sldMkLst>
        <pc:spChg chg="mod">
          <ac:chgData name="Jyo korada" userId="762200da1c07679f" providerId="LiveId" clId="{F765E704-1ACA-4C63-8311-E610F90AA2D7}" dt="2026-08-17T17:37:14.537" v="22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8:40.447" v="31" actId="6549"/>
          <ac:spMkLst>
            <pc:docMk/>
            <pc:sldMk cId="0" sldId="261"/>
            <ac:spMk id="4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8:37.537" v="30" actId="6549"/>
          <ac:spMkLst>
            <pc:docMk/>
            <pc:sldMk cId="0" sldId="261"/>
            <ac:spMk id="5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9:00.722" v="39" actId="6549"/>
          <ac:spMkLst>
            <pc:docMk/>
            <pc:sldMk cId="0" sldId="261"/>
            <ac:spMk id="7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9:03.108" v="40" actId="6549"/>
          <ac:spMkLst>
            <pc:docMk/>
            <pc:sldMk cId="0" sldId="261"/>
            <ac:spMk id="8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8:51.774" v="36" actId="6549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8:55.804" v="37" actId="6549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9:05.950" v="41" actId="6549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9:08.796" v="42" actId="6549"/>
          <ac:spMkLst>
            <pc:docMk/>
            <pc:sldMk cId="0" sldId="261"/>
            <ac:spMk id="14" creationId="{00000000-0000-0000-0000-000000000000}"/>
          </ac:spMkLst>
        </pc:spChg>
        <pc:spChg chg="del">
          <ac:chgData name="Jyo korada" userId="762200da1c07679f" providerId="LiveId" clId="{F765E704-1ACA-4C63-8311-E610F90AA2D7}" dt="2026-08-17T17:29:13.776" v="44" actId="47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9:24.254" v="47" actId="6549"/>
          <ac:spMkLst>
            <pc:docMk/>
            <pc:sldMk cId="0" sldId="261"/>
            <ac:spMk id="16" creationId="{00000000-0000-0000-0000-000000000000}"/>
          </ac:spMkLst>
        </pc:spChg>
        <pc:spChg chg="add del mod">
          <ac:chgData name="Jyo korada" userId="762200da1c07679f" providerId="LiveId" clId="{F765E704-1ACA-4C63-8311-E610F90AA2D7}" dt="2026-08-17T17:28:42.398" v="34"/>
          <ac:spMkLst>
            <pc:docMk/>
            <pc:sldMk cId="0" sldId="261"/>
            <ac:spMk id="17" creationId="{6B68486B-3BA8-979D-C55E-0DE5E1282582}"/>
          </ac:spMkLst>
        </pc:spChg>
        <pc:spChg chg="add del mod">
          <ac:chgData name="Jyo korada" userId="762200da1c07679f" providerId="LiveId" clId="{F765E704-1ACA-4C63-8311-E610F90AA2D7}" dt="2026-08-17T17:32:32.799" v="117"/>
          <ac:spMkLst>
            <pc:docMk/>
            <pc:sldMk cId="0" sldId="261"/>
            <ac:spMk id="26" creationId="{1ABA71F6-59A9-DFED-811F-F44A3B9F13F7}"/>
          </ac:spMkLst>
        </pc:spChg>
        <pc:spChg chg="add mod">
          <ac:chgData name="Jyo korada" userId="762200da1c07679f" providerId="LiveId" clId="{F765E704-1ACA-4C63-8311-E610F90AA2D7}" dt="2026-08-17T17:43:19.957" v="269" actId="1076"/>
          <ac:spMkLst>
            <pc:docMk/>
            <pc:sldMk cId="0" sldId="261"/>
            <ac:spMk id="27" creationId="{2064C32B-923D-D221-BE39-11B5D92CD807}"/>
          </ac:spMkLst>
        </pc:spChg>
        <pc:spChg chg="add mod">
          <ac:chgData name="Jyo korada" userId="762200da1c07679f" providerId="LiveId" clId="{F765E704-1ACA-4C63-8311-E610F90AA2D7}" dt="2026-08-17T17:43:10.626" v="268" actId="1076"/>
          <ac:spMkLst>
            <pc:docMk/>
            <pc:sldMk cId="0" sldId="261"/>
            <ac:spMk id="28" creationId="{A5F3F206-FD7D-6CEF-CC6A-8E63EAD4FD52}"/>
          </ac:spMkLst>
        </pc:spChg>
        <pc:picChg chg="del">
          <ac:chgData name="Jyo korada" userId="762200da1c07679f" providerId="LiveId" clId="{F765E704-1ACA-4C63-8311-E610F90AA2D7}" dt="2026-08-17T17:28:42.394" v="32" actId="478"/>
          <ac:picMkLst>
            <pc:docMk/>
            <pc:sldMk cId="0" sldId="261"/>
            <ac:picMk id="3" creationId="{00000000-0000-0000-0000-000000000000}"/>
          </ac:picMkLst>
        </pc:picChg>
        <pc:picChg chg="del">
          <ac:chgData name="Jyo korada" userId="762200da1c07679f" providerId="LiveId" clId="{F765E704-1ACA-4C63-8311-E610F90AA2D7}" dt="2026-08-17T17:28:58.188" v="38" actId="478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Jyo korada" userId="762200da1c07679f" providerId="LiveId" clId="{F765E704-1ACA-4C63-8311-E610F90AA2D7}" dt="2026-08-17T17:28:48.412" v="35" actId="478"/>
          <ac:picMkLst>
            <pc:docMk/>
            <pc:sldMk cId="0" sldId="261"/>
            <ac:picMk id="9" creationId="{00000000-0000-0000-0000-000000000000}"/>
          </ac:picMkLst>
        </pc:picChg>
        <pc:picChg chg="del">
          <ac:chgData name="Jyo korada" userId="762200da1c07679f" providerId="LiveId" clId="{F765E704-1ACA-4C63-8311-E610F90AA2D7}" dt="2026-08-17T17:29:10.771" v="43" actId="478"/>
          <ac:picMkLst>
            <pc:docMk/>
            <pc:sldMk cId="0" sldId="261"/>
            <ac:picMk id="12" creationId="{00000000-0000-0000-0000-000000000000}"/>
          </ac:picMkLst>
        </pc:picChg>
        <pc:picChg chg="add del mod">
          <ac:chgData name="Jyo korada" userId="762200da1c07679f" providerId="LiveId" clId="{F765E704-1ACA-4C63-8311-E610F90AA2D7}" dt="2026-08-17T17:30:17.972" v="90" actId="478"/>
          <ac:picMkLst>
            <pc:docMk/>
            <pc:sldMk cId="0" sldId="261"/>
            <ac:picMk id="19" creationId="{15308D33-FEAB-8FF4-56E0-96044D6BF9F0}"/>
          </ac:picMkLst>
        </pc:picChg>
        <pc:picChg chg="add del mod">
          <ac:chgData name="Jyo korada" userId="762200da1c07679f" providerId="LiveId" clId="{F765E704-1ACA-4C63-8311-E610F90AA2D7}" dt="2026-08-17T17:30:37.682" v="92" actId="478"/>
          <ac:picMkLst>
            <pc:docMk/>
            <pc:sldMk cId="0" sldId="261"/>
            <ac:picMk id="21" creationId="{901F67DA-2E98-C077-33DC-9AEB45D8E1F6}"/>
          </ac:picMkLst>
        </pc:picChg>
        <pc:picChg chg="add mod">
          <ac:chgData name="Jyo korada" userId="762200da1c07679f" providerId="LiveId" clId="{F765E704-1ACA-4C63-8311-E610F90AA2D7}" dt="2026-08-17T17:42:27.579" v="266" actId="14100"/>
          <ac:picMkLst>
            <pc:docMk/>
            <pc:sldMk cId="0" sldId="261"/>
            <ac:picMk id="23" creationId="{A18C62C4-C642-1FD4-861B-8B5C87DA2CE5}"/>
          </ac:picMkLst>
        </pc:picChg>
        <pc:picChg chg="add mod">
          <ac:chgData name="Jyo korada" userId="762200da1c07679f" providerId="LiveId" clId="{F765E704-1ACA-4C63-8311-E610F90AA2D7}" dt="2026-08-17T17:41:51.830" v="259" actId="14100"/>
          <ac:picMkLst>
            <pc:docMk/>
            <pc:sldMk cId="0" sldId="261"/>
            <ac:picMk id="25" creationId="{546F60A3-BA37-9241-1FC3-FF15324E2C19}"/>
          </ac:picMkLst>
        </pc:picChg>
      </pc:sldChg>
      <pc:sldChg chg="modTransition">
        <pc:chgData name="Jyo korada" userId="762200da1c07679f" providerId="LiveId" clId="{F765E704-1ACA-4C63-8311-E610F90AA2D7}" dt="2026-08-16T14:40:53.474" v="11"/>
        <pc:sldMkLst>
          <pc:docMk/>
          <pc:sldMk cId="0" sldId="262"/>
        </pc:sldMkLst>
      </pc:sldChg>
      <pc:sldChg chg="addSp delSp modSp mod modTransition">
        <pc:chgData name="Jyo korada" userId="762200da1c07679f" providerId="LiveId" clId="{F765E704-1ACA-4C63-8311-E610F90AA2D7}" dt="2026-08-17T17:28:01.555" v="27" actId="732"/>
        <pc:sldMkLst>
          <pc:docMk/>
          <pc:sldMk cId="0" sldId="263"/>
        </pc:sldMkLst>
        <pc:spChg chg="mod">
          <ac:chgData name="Jyo korada" userId="762200da1c07679f" providerId="LiveId" clId="{F765E704-1ACA-4C63-8311-E610F90AA2D7}" dt="2026-08-17T17:27:17.182" v="22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yo korada" userId="762200da1c07679f" providerId="LiveId" clId="{F765E704-1ACA-4C63-8311-E610F90AA2D7}" dt="2026-08-17T17:27:13.169" v="21" actId="1076"/>
          <ac:spMkLst>
            <pc:docMk/>
            <pc:sldMk cId="0" sldId="263"/>
            <ac:spMk id="6" creationId="{00000000-0000-0000-0000-000000000000}"/>
          </ac:spMkLst>
        </pc:spChg>
        <pc:picChg chg="del">
          <ac:chgData name="Jyo korada" userId="762200da1c07679f" providerId="LiveId" clId="{F765E704-1ACA-4C63-8311-E610F90AA2D7}" dt="2026-08-17T17:26:30.801" v="15" actId="478"/>
          <ac:picMkLst>
            <pc:docMk/>
            <pc:sldMk cId="0" sldId="263"/>
            <ac:picMk id="3" creationId="{00000000-0000-0000-0000-000000000000}"/>
          </ac:picMkLst>
        </pc:picChg>
        <pc:picChg chg="add mod modCrop">
          <ac:chgData name="Jyo korada" userId="762200da1c07679f" providerId="LiveId" clId="{F765E704-1ACA-4C63-8311-E610F90AA2D7}" dt="2026-08-17T17:28:01.555" v="27" actId="732"/>
          <ac:picMkLst>
            <pc:docMk/>
            <pc:sldMk cId="0" sldId="263"/>
            <ac:picMk id="8" creationId="{14D04FE7-0471-F822-9BBA-D0B1EF54C8E4}"/>
          </ac:picMkLst>
        </pc:picChg>
      </pc:sldChg>
      <pc:sldChg chg="modSp mod modTransition">
        <pc:chgData name="Jyo korada" userId="762200da1c07679f" providerId="LiveId" clId="{F765E704-1ACA-4C63-8311-E610F90AA2D7}" dt="2026-08-17T17:37:44.974" v="225" actId="207"/>
        <pc:sldMkLst>
          <pc:docMk/>
          <pc:sldMk cId="0" sldId="264"/>
        </pc:sldMkLst>
        <pc:spChg chg="mod">
          <ac:chgData name="Jyo korada" userId="762200da1c07679f" providerId="LiveId" clId="{F765E704-1ACA-4C63-8311-E610F90AA2D7}" dt="2026-08-17T17:37:44.974" v="225" actId="207"/>
          <ac:spMkLst>
            <pc:docMk/>
            <pc:sldMk cId="0" sldId="264"/>
            <ac:spMk id="4" creationId="{00000000-0000-0000-0000-000000000000}"/>
          </ac:spMkLst>
        </pc:spChg>
      </pc:sldChg>
      <pc:sldChg chg="modSp mod modTransition">
        <pc:chgData name="Jyo korada" userId="762200da1c07679f" providerId="LiveId" clId="{F765E704-1ACA-4C63-8311-E610F90AA2D7}" dt="2026-08-17T17:38:24.960" v="248" actId="115"/>
        <pc:sldMkLst>
          <pc:docMk/>
          <pc:sldMk cId="0" sldId="265"/>
        </pc:sldMkLst>
        <pc:spChg chg="mod">
          <ac:chgData name="Jyo korada" userId="762200da1c07679f" providerId="LiveId" clId="{F765E704-1ACA-4C63-8311-E610F90AA2D7}" dt="2026-08-17T17:38:24.960" v="248" actId="115"/>
          <ac:spMkLst>
            <pc:docMk/>
            <pc:sldMk cId="0" sldId="265"/>
            <ac:spMk id="3" creationId="{00000000-0000-0000-0000-000000000000}"/>
          </ac:spMkLst>
        </pc:spChg>
        <pc:spChg chg="mod">
          <ac:chgData name="Jyo korada" userId="762200da1c07679f" providerId="LiveId" clId="{F765E704-1ACA-4C63-8311-E610F90AA2D7}" dt="2026-08-17T17:38:17.542" v="247" actId="207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55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57139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Sports Injury Risk Detection from Video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94547" y="2237778"/>
            <a:ext cx="4667845" cy="33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AI-Powered Athlete Movement &amp; Injury Risk Intelligence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 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38276" y="4310150"/>
            <a:ext cx="51250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B0F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JYOTHSNA SRI KORADA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FBD5C-08F4-A36B-1758-6941CDD26FBE}"/>
              </a:ext>
            </a:extLst>
          </p:cNvPr>
          <p:cNvSpPr txBox="1"/>
          <p:nvPr/>
        </p:nvSpPr>
        <p:spPr>
          <a:xfrm>
            <a:off x="3749040" y="3881378"/>
            <a:ext cx="2124222" cy="42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3000"/>
              </a:lnSpc>
            </a:pPr>
            <a:r>
              <a:rPr lang="en-US" u="sng" dirty="0">
                <a:solidFill>
                  <a:schemeClr val="accent4">
                    <a:lumMod val="60000"/>
                    <a:lumOff val="40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PRESENTED BY :</a:t>
            </a:r>
            <a:endParaRPr lang="en-US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077"/>
            <a:ext cx="809684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u="sng" dirty="0">
                <a:solidFill>
                  <a:schemeClr val="accent5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 </a:t>
            </a: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: Overcoming Sports Injury Limitations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23577" y="1443112"/>
            <a:ext cx="809684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Despite advancements, athletes continue to face significant injury risks due to gaps in traditional prevention and monitoring methods. Addressing these core problems is crucial for athlete well-being and performance.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979637"/>
            <a:ext cx="333077" cy="3330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461022"/>
            <a:ext cx="397423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High Injury Rates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577" y="2728094"/>
            <a:ext cx="397423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Many athletes experience frequent injuries, leading to downtime, reduced performance, and career impact across various sports.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116" y="1979637"/>
            <a:ext cx="333077" cy="3330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6116" y="2461022"/>
            <a:ext cx="39743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Delayed Detection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6116" y="2728094"/>
            <a:ext cx="397430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Subtle biomechanical flaws and nascent movement issues often go unnoticed until they manifest as acute injuries or chronic conditions.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368427"/>
            <a:ext cx="333077" cy="3330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577" y="3849812"/>
            <a:ext cx="397423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Lack of Real-time Monitoring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23577" y="4116884"/>
            <a:ext cx="397423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Current assessment methods are often intermittent, failing to provide continuous data and immediate feedback during training or competition.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6116" y="3368427"/>
            <a:ext cx="333077" cy="3330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6116" y="3849812"/>
            <a:ext cx="39743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Missed Early Interventions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6116" y="4116884"/>
            <a:ext cx="397430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delay in identifying problems means that opportunities for timely corrective action and personalized prevention strategies are frequently lost.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5850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Technology Stack &amp; Project Goals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906171"/>
            <a:ext cx="2599209" cy="20707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2200" y="2115145"/>
            <a:ext cx="1487760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43" y="2168947"/>
            <a:ext cx="119658" cy="1196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1430" y="2160017"/>
            <a:ext cx="1128787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92200" y="2510730"/>
            <a:ext cx="2261964" cy="146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Frontend: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React.js, JavaScript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Backend: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Python, FastAPI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Database: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PostgreSQL, MongoDB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AI/ML: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OpenCV, MediaPipe, TensorFlow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1906171"/>
            <a:ext cx="2599209" cy="207073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440981" y="2115145"/>
            <a:ext cx="1046559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724" y="2168947"/>
            <a:ext cx="119658" cy="119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10211" y="2160017"/>
            <a:ext cx="687586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3440981" y="2510730"/>
            <a:ext cx="2261964" cy="1353889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Pose accuracy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Joint localization accuracy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Biomechanical analysis accuracy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Injury prediction accuracy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1906171"/>
            <a:ext cx="2599283" cy="2070739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189762" y="2115145"/>
            <a:ext cx="1347415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505" y="2168947"/>
            <a:ext cx="119658" cy="11965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58992" y="2160017"/>
            <a:ext cx="988442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EXPECTED IMPACT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6189762" y="2510730"/>
            <a:ext cx="2262039" cy="170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Prevent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Identify risks early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Understand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Analyze movement quality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Improve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Optimize athlete performance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039" y="65491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Sports Injury Detection?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43224"/>
            <a:ext cx="546274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6854" y="1743224"/>
            <a:ext cx="115066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Movement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56854" y="2272903"/>
            <a:ext cx="115066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athlete movement from recorded video and extract motion patterns.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579" y="1764581"/>
            <a:ext cx="733275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27797" y="1743224"/>
            <a:ext cx="1150665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Biomechanical Issues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27797" y="2492871"/>
            <a:ext cx="115066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abnormal posture, alignment, and joint behavior.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464" y="1743224"/>
            <a:ext cx="546274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8740" y="1743224"/>
            <a:ext cx="115066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Prediction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8740" y="2272903"/>
            <a:ext cx="115066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 likelihood of injury before it occurs using movement signals.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407" y="1743224"/>
            <a:ext cx="546348" cy="6828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9758" y="1743224"/>
            <a:ext cx="115066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Proactive Prevention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69758" y="2272903"/>
            <a:ext cx="115066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corrective recommendations and continuous monitoring.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30039" y="4140556"/>
            <a:ext cx="8096845" cy="19050"/>
          </a:xfrm>
          <a:prstGeom prst="roundRect">
            <a:avLst>
              <a:gd name="adj" fmla="val 50000"/>
            </a:avLst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587857" y="441432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Flow: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Video → AI Analysis → Risk Detection → Prevention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69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the System Works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35719" y="1165920"/>
            <a:ext cx="19050" cy="3143176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16669" y="1580480"/>
            <a:ext cx="448791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79648" y="1533934"/>
            <a:ext cx="112142" cy="112142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84585" y="1165920"/>
            <a:ext cx="7535838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34157" y="1315492"/>
            <a:ext cx="72366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Video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157" y="1625203"/>
            <a:ext cx="723669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Capture and prepare athlete video for analysis.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669" y="2727945"/>
            <a:ext cx="448791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79648" y="2681399"/>
            <a:ext cx="112142" cy="112142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84585" y="2313384"/>
            <a:ext cx="7535838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34157" y="2462957"/>
            <a:ext cx="72366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Pose Estimation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34157" y="2772668"/>
            <a:ext cx="723669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 body keypoints and movement patterns frame by frame.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669" y="3875410"/>
            <a:ext cx="448791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79648" y="3828864"/>
            <a:ext cx="112142" cy="112142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84585" y="3460849"/>
            <a:ext cx="7535838" cy="848246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34157" y="3610421"/>
            <a:ext cx="723669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Risk &amp; Dashboards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4157" y="3920133"/>
            <a:ext cx="723669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 motion signals into injury risk insights and monitoring views.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3577" y="447734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0846" y="348346"/>
            <a:ext cx="270495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chemeClr val="accent6"/>
                </a:solidFill>
                <a:latin typeface="Unbounded" pitchFamily="34" charset="0"/>
              </a:rPr>
              <a:t>Athletiq Ai -- UI</a:t>
            </a:r>
            <a:endParaRPr lang="en-US" sz="2750" u="sng" dirty="0">
              <a:solidFill>
                <a:schemeClr val="accent6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084585" y="1462236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1771948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226472" y="1462236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1771948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084585" y="2549947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2859658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226472" y="2549947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2859658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23577" y="3768700"/>
            <a:ext cx="8096845" cy="651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18C62C4-C642-1FD4-861B-8B5C87DA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8" y="1726339"/>
            <a:ext cx="3820754" cy="26356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46F60A3-BA37-9241-1FC3-FF15324E2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39" y="1730013"/>
            <a:ext cx="3820754" cy="25817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64C32B-923D-D221-BE39-11B5D92CD807}"/>
              </a:ext>
            </a:extLst>
          </p:cNvPr>
          <p:cNvSpPr txBox="1"/>
          <p:nvPr/>
        </p:nvSpPr>
        <p:spPr>
          <a:xfrm>
            <a:off x="652570" y="1223842"/>
            <a:ext cx="2815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LOGIN PAGE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F3F206-FD7D-6CEF-CC6A-8E63EAD4FD52}"/>
              </a:ext>
            </a:extLst>
          </p:cNvPr>
          <p:cNvSpPr txBox="1"/>
          <p:nvPr/>
        </p:nvSpPr>
        <p:spPr>
          <a:xfrm>
            <a:off x="5658485" y="1217956"/>
            <a:ext cx="2529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ATHLETE DASHBOARD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9153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 Platform, Multiple Users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430759"/>
            <a:ext cx="2599209" cy="15554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2200" y="2029123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Athlete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92200" y="2338834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Risk score • Movement reports • Progress • Exercises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358" y="1430759"/>
            <a:ext cx="2599209" cy="1555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40981" y="2029123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Coach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40981" y="2338834"/>
            <a:ext cx="22619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 risk overview • Performance analytics • Training plans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1139" y="1430759"/>
            <a:ext cx="2599283" cy="155547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9762" y="2029123"/>
            <a:ext cx="22620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Physiotherapist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9762" y="2338834"/>
            <a:ext cx="22620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Rehab tracking • Risk monitoring • Recovery reports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135809"/>
            <a:ext cx="3973637" cy="1316087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92200" y="3734172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Sports Scientist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692200" y="4043883"/>
            <a:ext cx="36363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Biomechanical analytics • Injury insights • Research export</a:t>
            </a:r>
            <a:endParaRPr lang="en-US" sz="11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786" y="3135809"/>
            <a:ext cx="3973637" cy="1316087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4815408" y="3734172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4815408" y="4043883"/>
            <a:ext cx="36363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management • Platform monitoring • Reports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Turning Movement Data into Action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59226" y="1478905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36566" y="2040974"/>
            <a:ext cx="3033277" cy="448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Recommendations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36566" y="2482949"/>
            <a:ext cx="3033277" cy="1368362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Risk Detected → Corrective Action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Exercise &amp; mobility plans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Strengthening &amp; recovery scheduling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 modification suggestions</a:t>
            </a:r>
            <a:endParaRPr lang="en-US" sz="1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D04FE7-0471-F822-9BBA-D0B1EF54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29" r="791"/>
          <a:stretch>
            <a:fillRect/>
          </a:stretch>
        </p:blipFill>
        <p:spPr>
          <a:xfrm>
            <a:off x="61615" y="1478905"/>
            <a:ext cx="5699105" cy="259369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380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Enhancements &amp; Roadmap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13036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commitment to athlete safety and performance drives continuous innovation. Here’s what’s next on our roadmap:     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720676"/>
            <a:ext cx="8554045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accent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 Mobile App Expansion                          Multi-sport Customization                        Advanced Dashboards</a:t>
            </a:r>
            <a:endParaRPr lang="en-US" sz="1450" dirty="0">
              <a:solidFill>
                <a:schemeClr val="accent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356321"/>
            <a:ext cx="2456185" cy="221329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451" y="2356321"/>
            <a:ext cx="2455366" cy="221329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07" y="2356321"/>
            <a:ext cx="2455366" cy="22132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577" y="4330229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32446"/>
            <a:ext cx="4667845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3800" u="sng" dirty="0"/>
          </a:p>
        </p:txBody>
      </p:sp>
      <p:sp>
        <p:nvSpPr>
          <p:cNvPr id="4" name="Text 1"/>
          <p:cNvSpPr/>
          <p:nvPr/>
        </p:nvSpPr>
        <p:spPr>
          <a:xfrm>
            <a:off x="523577" y="2664023"/>
            <a:ext cx="4667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400" dirty="0">
                <a:solidFill>
                  <a:schemeClr val="accent1"/>
                </a:solidFill>
              </a:rPr>
              <a:t>ANY QUERIES?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444</Words>
  <Application>Microsoft Office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Cabin Bold</vt:lpstr>
      <vt:lpstr>Arial</vt:lpstr>
      <vt:lpstr>Cabin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Jyo korada</dc:creator>
  <cp:lastModifiedBy>Jyo korada</cp:lastModifiedBy>
  <cp:revision>5</cp:revision>
  <dcterms:created xsi:type="dcterms:W3CDTF">2026-08-16T06:26:08Z</dcterms:created>
  <dcterms:modified xsi:type="dcterms:W3CDTF">2026-08-17T17:46:34Z</dcterms:modified>
</cp:coreProperties>
</file>
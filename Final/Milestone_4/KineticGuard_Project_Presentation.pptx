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A8987C-68A4-4977-9488-F7A0E2C2FADE}" v="4" dt="2026-08-20T17:57:48.3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gaveni Harakuni" userId="ee8fbdda0173492d" providerId="LiveId" clId="{51701298-6E85-43A9-94CD-8B2362939C56}"/>
    <pc:docChg chg="undo custSel addSld delSld modSld">
      <pc:chgData name="Nagaveni Harakuni" userId="ee8fbdda0173492d" providerId="LiveId" clId="{51701298-6E85-43A9-94CD-8B2362939C56}" dt="2026-08-20T17:59:48.384" v="286" actId="478"/>
      <pc:docMkLst>
        <pc:docMk/>
      </pc:docMkLst>
      <pc:sldChg chg="addSp delSp modSp mod">
        <pc:chgData name="Nagaveni Harakuni" userId="ee8fbdda0173492d" providerId="LiveId" clId="{51701298-6E85-43A9-94CD-8B2362939C56}" dt="2026-08-20T17:52:17.879" v="200" actId="1038"/>
        <pc:sldMkLst>
          <pc:docMk/>
          <pc:sldMk cId="0" sldId="256"/>
        </pc:sldMkLst>
        <pc:spChg chg="mod">
          <ac:chgData name="Nagaveni Harakuni" userId="ee8fbdda0173492d" providerId="LiveId" clId="{51701298-6E85-43A9-94CD-8B2362939C56}" dt="2026-08-20T17:52:17.879" v="200" actId="1038"/>
          <ac:spMkLst>
            <pc:docMk/>
            <pc:sldMk cId="0" sldId="256"/>
            <ac:spMk id="2" creationId="{00000000-0000-0000-0000-000000000000}"/>
          </ac:spMkLst>
        </pc:spChg>
        <pc:spChg chg="mod">
          <ac:chgData name="Nagaveni Harakuni" userId="ee8fbdda0173492d" providerId="LiveId" clId="{51701298-6E85-43A9-94CD-8B2362939C56}" dt="2026-08-20T17:52:12.471" v="199" actId="20577"/>
          <ac:spMkLst>
            <pc:docMk/>
            <pc:sldMk cId="0" sldId="256"/>
            <ac:spMk id="3" creationId="{00000000-0000-0000-0000-000000000000}"/>
          </ac:spMkLst>
        </pc:spChg>
        <pc:spChg chg="add del mod">
          <ac:chgData name="Nagaveni Harakuni" userId="ee8fbdda0173492d" providerId="LiveId" clId="{51701298-6E85-43A9-94CD-8B2362939C56}" dt="2026-08-20T17:51:39.258" v="193" actId="120"/>
          <ac:spMkLst>
            <pc:docMk/>
            <pc:sldMk cId="0" sldId="256"/>
            <ac:spMk id="4" creationId="{00000000-0000-0000-0000-000000000000}"/>
          </ac:spMkLst>
        </pc:spChg>
        <pc:picChg chg="mod">
          <ac:chgData name="Nagaveni Harakuni" userId="ee8fbdda0173492d" providerId="LiveId" clId="{51701298-6E85-43A9-94CD-8B2362939C56}" dt="2026-08-20T17:52:07.961" v="198" actId="14100"/>
          <ac:picMkLst>
            <pc:docMk/>
            <pc:sldMk cId="0" sldId="256"/>
            <ac:picMk id="5" creationId="{00000000-0000-0000-0000-000000000000}"/>
          </ac:picMkLst>
        </pc:picChg>
      </pc:sldChg>
      <pc:sldChg chg="delSp modSp mod">
        <pc:chgData name="Nagaveni Harakuni" userId="ee8fbdda0173492d" providerId="LiveId" clId="{51701298-6E85-43A9-94CD-8B2362939C56}" dt="2026-08-20T17:53:25.552" v="215" actId="478"/>
        <pc:sldMkLst>
          <pc:docMk/>
          <pc:sldMk cId="0" sldId="257"/>
        </pc:sldMkLst>
        <pc:spChg chg="mod">
          <ac:chgData name="Nagaveni Harakuni" userId="ee8fbdda0173492d" providerId="LiveId" clId="{51701298-6E85-43A9-94CD-8B2362939C56}" dt="2026-08-20T17:53:03.289" v="206" actId="2711"/>
          <ac:spMkLst>
            <pc:docMk/>
            <pc:sldMk cId="0" sldId="257"/>
            <ac:spMk id="3" creationId="{00000000-0000-0000-0000-000000000000}"/>
          </ac:spMkLst>
        </pc:spChg>
        <pc:spChg chg="del mod">
          <ac:chgData name="Nagaveni Harakuni" userId="ee8fbdda0173492d" providerId="LiveId" clId="{51701298-6E85-43A9-94CD-8B2362939C56}" dt="2026-08-20T17:53:25.552" v="215" actId="478"/>
          <ac:spMkLst>
            <pc:docMk/>
            <pc:sldMk cId="0" sldId="257"/>
            <ac:spMk id="4" creationId="{00000000-0000-0000-0000-000000000000}"/>
          </ac:spMkLst>
        </pc:spChg>
        <pc:spChg chg="mod">
          <ac:chgData name="Nagaveni Harakuni" userId="ee8fbdda0173492d" providerId="LiveId" clId="{51701298-6E85-43A9-94CD-8B2362939C56}" dt="2026-08-20T17:52:28.926" v="202" actId="120"/>
          <ac:spMkLst>
            <pc:docMk/>
            <pc:sldMk cId="0" sldId="257"/>
            <ac:spMk id="6" creationId="{00000000-0000-0000-0000-000000000000}"/>
          </ac:spMkLst>
        </pc:spChg>
        <pc:spChg chg="mod">
          <ac:chgData name="Nagaveni Harakuni" userId="ee8fbdda0173492d" providerId="LiveId" clId="{51701298-6E85-43A9-94CD-8B2362939C56}" dt="2026-08-20T17:52:39.190" v="204" actId="120"/>
          <ac:spMkLst>
            <pc:docMk/>
            <pc:sldMk cId="0" sldId="257"/>
            <ac:spMk id="7" creationId="{00000000-0000-0000-0000-000000000000}"/>
          </ac:spMkLst>
        </pc:spChg>
        <pc:spChg chg="mod">
          <ac:chgData name="Nagaveni Harakuni" userId="ee8fbdda0173492d" providerId="LiveId" clId="{51701298-6E85-43A9-94CD-8B2362939C56}" dt="2026-08-20T17:52:46.049" v="205" actId="2711"/>
          <ac:spMkLst>
            <pc:docMk/>
            <pc:sldMk cId="0" sldId="257"/>
            <ac:spMk id="8" creationId="{00000000-0000-0000-0000-000000000000}"/>
          </ac:spMkLst>
        </pc:spChg>
      </pc:sldChg>
      <pc:sldChg chg="delSp modSp mod">
        <pc:chgData name="Nagaveni Harakuni" userId="ee8fbdda0173492d" providerId="LiveId" clId="{51701298-6E85-43A9-94CD-8B2362939C56}" dt="2026-08-20T17:54:51.249" v="232" actId="1036"/>
        <pc:sldMkLst>
          <pc:docMk/>
          <pc:sldMk cId="0" sldId="259"/>
        </pc:sldMkLst>
        <pc:spChg chg="mod">
          <ac:chgData name="Nagaveni Harakuni" userId="ee8fbdda0173492d" providerId="LiveId" clId="{51701298-6E85-43A9-94CD-8B2362939C56}" dt="2026-08-20T17:54:51.249" v="232" actId="1036"/>
          <ac:spMkLst>
            <pc:docMk/>
            <pc:sldMk cId="0" sldId="259"/>
            <ac:spMk id="2" creationId="{00000000-0000-0000-0000-000000000000}"/>
          </ac:spMkLst>
        </pc:spChg>
        <pc:spChg chg="mod">
          <ac:chgData name="Nagaveni Harakuni" userId="ee8fbdda0173492d" providerId="LiveId" clId="{51701298-6E85-43A9-94CD-8B2362939C56}" dt="2026-08-20T17:53:48.253" v="216" actId="2711"/>
          <ac:spMkLst>
            <pc:docMk/>
            <pc:sldMk cId="0" sldId="259"/>
            <ac:spMk id="3" creationId="{00000000-0000-0000-0000-000000000000}"/>
          </ac:spMkLst>
        </pc:spChg>
        <pc:spChg chg="del mod">
          <ac:chgData name="Nagaveni Harakuni" userId="ee8fbdda0173492d" providerId="LiveId" clId="{51701298-6E85-43A9-94CD-8B2362939C56}" dt="2026-08-20T17:54:02.978" v="222" actId="478"/>
          <ac:spMkLst>
            <pc:docMk/>
            <pc:sldMk cId="0" sldId="259"/>
            <ac:spMk id="4" creationId="{00000000-0000-0000-0000-000000000000}"/>
          </ac:spMkLst>
        </pc:spChg>
        <pc:spChg chg="mod">
          <ac:chgData name="Nagaveni Harakuni" userId="ee8fbdda0173492d" providerId="LiveId" clId="{51701298-6E85-43A9-94CD-8B2362939C56}" dt="2026-08-20T17:54:21.470" v="224" actId="120"/>
          <ac:spMkLst>
            <pc:docMk/>
            <pc:sldMk cId="0" sldId="259"/>
            <ac:spMk id="6" creationId="{00000000-0000-0000-0000-000000000000}"/>
          </ac:spMkLst>
        </pc:spChg>
        <pc:spChg chg="mod">
          <ac:chgData name="Nagaveni Harakuni" userId="ee8fbdda0173492d" providerId="LiveId" clId="{51701298-6E85-43A9-94CD-8B2362939C56}" dt="2026-08-20T17:54:24.975" v="225" actId="120"/>
          <ac:spMkLst>
            <pc:docMk/>
            <pc:sldMk cId="0" sldId="259"/>
            <ac:spMk id="7" creationId="{00000000-0000-0000-0000-000000000000}"/>
          </ac:spMkLst>
        </pc:spChg>
        <pc:spChg chg="mod">
          <ac:chgData name="Nagaveni Harakuni" userId="ee8fbdda0173492d" providerId="LiveId" clId="{51701298-6E85-43A9-94CD-8B2362939C56}" dt="2026-08-20T17:54:28.834" v="226" actId="120"/>
          <ac:spMkLst>
            <pc:docMk/>
            <pc:sldMk cId="0" sldId="259"/>
            <ac:spMk id="8" creationId="{00000000-0000-0000-0000-000000000000}"/>
          </ac:spMkLst>
        </pc:spChg>
        <pc:spChg chg="mod">
          <ac:chgData name="Nagaveni Harakuni" userId="ee8fbdda0173492d" providerId="LiveId" clId="{51701298-6E85-43A9-94CD-8B2362939C56}" dt="2026-08-20T17:54:32.239" v="227" actId="120"/>
          <ac:spMkLst>
            <pc:docMk/>
            <pc:sldMk cId="0" sldId="259"/>
            <ac:spMk id="9" creationId="{00000000-0000-0000-0000-000000000000}"/>
          </ac:spMkLst>
        </pc:spChg>
        <pc:spChg chg="mod">
          <ac:chgData name="Nagaveni Harakuni" userId="ee8fbdda0173492d" providerId="LiveId" clId="{51701298-6E85-43A9-94CD-8B2362939C56}" dt="2026-08-20T17:54:46.708" v="230" actId="120"/>
          <ac:spMkLst>
            <pc:docMk/>
            <pc:sldMk cId="0" sldId="259"/>
            <ac:spMk id="10" creationId="{00000000-0000-0000-0000-000000000000}"/>
          </ac:spMkLst>
        </pc:spChg>
        <pc:spChg chg="mod">
          <ac:chgData name="Nagaveni Harakuni" userId="ee8fbdda0173492d" providerId="LiveId" clId="{51701298-6E85-43A9-94CD-8B2362939C56}" dt="2026-08-20T17:54:16.185" v="223" actId="120"/>
          <ac:spMkLst>
            <pc:docMk/>
            <pc:sldMk cId="0" sldId="259"/>
            <ac:spMk id="11" creationId="{00000000-0000-0000-0000-000000000000}"/>
          </ac:spMkLst>
        </pc:spChg>
        <pc:spChg chg="mod">
          <ac:chgData name="Nagaveni Harakuni" userId="ee8fbdda0173492d" providerId="LiveId" clId="{51701298-6E85-43A9-94CD-8B2362939C56}" dt="2026-08-20T17:54:40.472" v="229" actId="120"/>
          <ac:spMkLst>
            <pc:docMk/>
            <pc:sldMk cId="0" sldId="259"/>
            <ac:spMk id="12" creationId="{00000000-0000-0000-0000-000000000000}"/>
          </ac:spMkLst>
        </pc:spChg>
        <pc:spChg chg="mod">
          <ac:chgData name="Nagaveni Harakuni" userId="ee8fbdda0173492d" providerId="LiveId" clId="{51701298-6E85-43A9-94CD-8B2362939C56}" dt="2026-08-20T17:54:35.994" v="228" actId="120"/>
          <ac:spMkLst>
            <pc:docMk/>
            <pc:sldMk cId="0" sldId="259"/>
            <ac:spMk id="13" creationId="{00000000-0000-0000-0000-000000000000}"/>
          </ac:spMkLst>
        </pc:spChg>
      </pc:sldChg>
      <pc:sldChg chg="delSp modSp mod">
        <pc:chgData name="Nagaveni Harakuni" userId="ee8fbdda0173492d" providerId="LiveId" clId="{51701298-6E85-43A9-94CD-8B2362939C56}" dt="2026-08-20T17:55:33.381" v="238" actId="478"/>
        <pc:sldMkLst>
          <pc:docMk/>
          <pc:sldMk cId="0" sldId="260"/>
        </pc:sldMkLst>
        <pc:spChg chg="mod">
          <ac:chgData name="Nagaveni Harakuni" userId="ee8fbdda0173492d" providerId="LiveId" clId="{51701298-6E85-43A9-94CD-8B2362939C56}" dt="2026-08-20T17:55:26.949" v="237" actId="2711"/>
          <ac:spMkLst>
            <pc:docMk/>
            <pc:sldMk cId="0" sldId="260"/>
            <ac:spMk id="3" creationId="{00000000-0000-0000-0000-000000000000}"/>
          </ac:spMkLst>
        </pc:spChg>
        <pc:spChg chg="del">
          <ac:chgData name="Nagaveni Harakuni" userId="ee8fbdda0173492d" providerId="LiveId" clId="{51701298-6E85-43A9-94CD-8B2362939C56}" dt="2026-08-20T17:55:33.381" v="238" actId="478"/>
          <ac:spMkLst>
            <pc:docMk/>
            <pc:sldMk cId="0" sldId="260"/>
            <ac:spMk id="4" creationId="{00000000-0000-0000-0000-000000000000}"/>
          </ac:spMkLst>
        </pc:spChg>
        <pc:spChg chg="mod">
          <ac:chgData name="Nagaveni Harakuni" userId="ee8fbdda0173492d" providerId="LiveId" clId="{51701298-6E85-43A9-94CD-8B2362939C56}" dt="2026-08-20T17:55:03.549" v="233" actId="120"/>
          <ac:spMkLst>
            <pc:docMk/>
            <pc:sldMk cId="0" sldId="260"/>
            <ac:spMk id="6" creationId="{00000000-0000-0000-0000-000000000000}"/>
          </ac:spMkLst>
        </pc:spChg>
        <pc:spChg chg="mod">
          <ac:chgData name="Nagaveni Harakuni" userId="ee8fbdda0173492d" providerId="LiveId" clId="{51701298-6E85-43A9-94CD-8B2362939C56}" dt="2026-08-20T17:55:09.992" v="234" actId="120"/>
          <ac:spMkLst>
            <pc:docMk/>
            <pc:sldMk cId="0" sldId="260"/>
            <ac:spMk id="7" creationId="{00000000-0000-0000-0000-000000000000}"/>
          </ac:spMkLst>
        </pc:spChg>
        <pc:spChg chg="mod">
          <ac:chgData name="Nagaveni Harakuni" userId="ee8fbdda0173492d" providerId="LiveId" clId="{51701298-6E85-43A9-94CD-8B2362939C56}" dt="2026-08-20T17:55:14.529" v="235" actId="120"/>
          <ac:spMkLst>
            <pc:docMk/>
            <pc:sldMk cId="0" sldId="260"/>
            <ac:spMk id="8" creationId="{00000000-0000-0000-0000-000000000000}"/>
          </ac:spMkLst>
        </pc:spChg>
        <pc:spChg chg="mod">
          <ac:chgData name="Nagaveni Harakuni" userId="ee8fbdda0173492d" providerId="LiveId" clId="{51701298-6E85-43A9-94CD-8B2362939C56}" dt="2026-08-20T17:55:21.519" v="236" actId="120"/>
          <ac:spMkLst>
            <pc:docMk/>
            <pc:sldMk cId="0" sldId="260"/>
            <ac:spMk id="9" creationId="{00000000-0000-0000-0000-000000000000}"/>
          </ac:spMkLst>
        </pc:spChg>
      </pc:sldChg>
      <pc:sldChg chg="delSp modSp mod">
        <pc:chgData name="Nagaveni Harakuni" userId="ee8fbdda0173492d" providerId="LiveId" clId="{51701298-6E85-43A9-94CD-8B2362939C56}" dt="2026-08-20T17:55:52.862" v="241" actId="1038"/>
        <pc:sldMkLst>
          <pc:docMk/>
          <pc:sldMk cId="0" sldId="261"/>
        </pc:sldMkLst>
        <pc:spChg chg="mod">
          <ac:chgData name="Nagaveni Harakuni" userId="ee8fbdda0173492d" providerId="LiveId" clId="{51701298-6E85-43A9-94CD-8B2362939C56}" dt="2026-08-20T17:55:52.862" v="241" actId="1038"/>
          <ac:spMkLst>
            <pc:docMk/>
            <pc:sldMk cId="0" sldId="261"/>
            <ac:spMk id="2" creationId="{00000000-0000-0000-0000-000000000000}"/>
          </ac:spMkLst>
        </pc:spChg>
        <pc:spChg chg="mod">
          <ac:chgData name="Nagaveni Harakuni" userId="ee8fbdda0173492d" providerId="LiveId" clId="{51701298-6E85-43A9-94CD-8B2362939C56}" dt="2026-08-20T17:55:44.305" v="239" actId="2711"/>
          <ac:spMkLst>
            <pc:docMk/>
            <pc:sldMk cId="0" sldId="261"/>
            <ac:spMk id="3" creationId="{00000000-0000-0000-0000-000000000000}"/>
          </ac:spMkLst>
        </pc:spChg>
        <pc:spChg chg="del">
          <ac:chgData name="Nagaveni Harakuni" userId="ee8fbdda0173492d" providerId="LiveId" clId="{51701298-6E85-43A9-94CD-8B2362939C56}" dt="2026-08-20T17:55:47.766" v="240" actId="478"/>
          <ac:spMkLst>
            <pc:docMk/>
            <pc:sldMk cId="0" sldId="261"/>
            <ac:spMk id="4" creationId="{00000000-0000-0000-0000-000000000000}"/>
          </ac:spMkLst>
        </pc:spChg>
      </pc:sldChg>
      <pc:sldChg chg="delSp modSp mod">
        <pc:chgData name="Nagaveni Harakuni" userId="ee8fbdda0173492d" providerId="LiveId" clId="{51701298-6E85-43A9-94CD-8B2362939C56}" dt="2026-08-20T17:56:06.252" v="243" actId="478"/>
        <pc:sldMkLst>
          <pc:docMk/>
          <pc:sldMk cId="0" sldId="262"/>
        </pc:sldMkLst>
        <pc:spChg chg="mod">
          <ac:chgData name="Nagaveni Harakuni" userId="ee8fbdda0173492d" providerId="LiveId" clId="{51701298-6E85-43A9-94CD-8B2362939C56}" dt="2026-08-20T17:56:03.699" v="242" actId="2711"/>
          <ac:spMkLst>
            <pc:docMk/>
            <pc:sldMk cId="0" sldId="262"/>
            <ac:spMk id="3" creationId="{00000000-0000-0000-0000-000000000000}"/>
          </ac:spMkLst>
        </pc:spChg>
        <pc:spChg chg="del">
          <ac:chgData name="Nagaveni Harakuni" userId="ee8fbdda0173492d" providerId="LiveId" clId="{51701298-6E85-43A9-94CD-8B2362939C56}" dt="2026-08-20T17:56:06.252" v="243" actId="478"/>
          <ac:spMkLst>
            <pc:docMk/>
            <pc:sldMk cId="0" sldId="262"/>
            <ac:spMk id="4" creationId="{00000000-0000-0000-0000-000000000000}"/>
          </ac:spMkLst>
        </pc:spChg>
      </pc:sldChg>
      <pc:sldChg chg="delSp modSp mod">
        <pc:chgData name="Nagaveni Harakuni" userId="ee8fbdda0173492d" providerId="LiveId" clId="{51701298-6E85-43A9-94CD-8B2362939C56}" dt="2026-08-20T17:50:19.223" v="182" actId="478"/>
        <pc:sldMkLst>
          <pc:docMk/>
          <pc:sldMk cId="0" sldId="263"/>
        </pc:sldMkLst>
        <pc:spChg chg="mod">
          <ac:chgData name="Nagaveni Harakuni" userId="ee8fbdda0173492d" providerId="LiveId" clId="{51701298-6E85-43A9-94CD-8B2362939C56}" dt="2026-08-20T17:50:12.960" v="181" actId="2711"/>
          <ac:spMkLst>
            <pc:docMk/>
            <pc:sldMk cId="0" sldId="263"/>
            <ac:spMk id="3" creationId="{00000000-0000-0000-0000-000000000000}"/>
          </ac:spMkLst>
        </pc:spChg>
        <pc:spChg chg="del">
          <ac:chgData name="Nagaveni Harakuni" userId="ee8fbdda0173492d" providerId="LiveId" clId="{51701298-6E85-43A9-94CD-8B2362939C56}" dt="2026-08-20T17:50:19.223" v="182" actId="478"/>
          <ac:spMkLst>
            <pc:docMk/>
            <pc:sldMk cId="0" sldId="263"/>
            <ac:spMk id="4" creationId="{00000000-0000-0000-0000-000000000000}"/>
          </ac:spMkLst>
        </pc:spChg>
        <pc:spChg chg="mod">
          <ac:chgData name="Nagaveni Harakuni" userId="ee8fbdda0173492d" providerId="LiveId" clId="{51701298-6E85-43A9-94CD-8B2362939C56}" dt="2026-08-20T17:48:23.401" v="164" actId="2711"/>
          <ac:spMkLst>
            <pc:docMk/>
            <pc:sldMk cId="0" sldId="263"/>
            <ac:spMk id="6" creationId="{00000000-0000-0000-0000-000000000000}"/>
          </ac:spMkLst>
        </pc:spChg>
        <pc:spChg chg="mod">
          <ac:chgData name="Nagaveni Harakuni" userId="ee8fbdda0173492d" providerId="LiveId" clId="{51701298-6E85-43A9-94CD-8B2362939C56}" dt="2026-08-20T17:48:46.145" v="166" actId="120"/>
          <ac:spMkLst>
            <pc:docMk/>
            <pc:sldMk cId="0" sldId="263"/>
            <ac:spMk id="7" creationId="{00000000-0000-0000-0000-000000000000}"/>
          </ac:spMkLst>
        </pc:spChg>
        <pc:spChg chg="mod">
          <ac:chgData name="Nagaveni Harakuni" userId="ee8fbdda0173492d" providerId="LiveId" clId="{51701298-6E85-43A9-94CD-8B2362939C56}" dt="2026-08-20T17:48:56.780" v="168" actId="120"/>
          <ac:spMkLst>
            <pc:docMk/>
            <pc:sldMk cId="0" sldId="263"/>
            <ac:spMk id="8" creationId="{00000000-0000-0000-0000-000000000000}"/>
          </ac:spMkLst>
        </pc:spChg>
        <pc:spChg chg="mod">
          <ac:chgData name="Nagaveni Harakuni" userId="ee8fbdda0173492d" providerId="LiveId" clId="{51701298-6E85-43A9-94CD-8B2362939C56}" dt="2026-08-20T17:49:04.657" v="170" actId="120"/>
          <ac:spMkLst>
            <pc:docMk/>
            <pc:sldMk cId="0" sldId="263"/>
            <ac:spMk id="9" creationId="{00000000-0000-0000-0000-000000000000}"/>
          </ac:spMkLst>
        </pc:spChg>
        <pc:spChg chg="mod">
          <ac:chgData name="Nagaveni Harakuni" userId="ee8fbdda0173492d" providerId="LiveId" clId="{51701298-6E85-43A9-94CD-8B2362939C56}" dt="2026-08-20T17:50:00.555" v="180" actId="120"/>
          <ac:spMkLst>
            <pc:docMk/>
            <pc:sldMk cId="0" sldId="263"/>
            <ac:spMk id="10" creationId="{00000000-0000-0000-0000-000000000000}"/>
          </ac:spMkLst>
        </pc:spChg>
        <pc:spChg chg="mod">
          <ac:chgData name="Nagaveni Harakuni" userId="ee8fbdda0173492d" providerId="LiveId" clId="{51701298-6E85-43A9-94CD-8B2362939C56}" dt="2026-08-20T17:49:52.742" v="178" actId="120"/>
          <ac:spMkLst>
            <pc:docMk/>
            <pc:sldMk cId="0" sldId="263"/>
            <ac:spMk id="11" creationId="{00000000-0000-0000-0000-000000000000}"/>
          </ac:spMkLst>
        </pc:spChg>
        <pc:spChg chg="mod">
          <ac:chgData name="Nagaveni Harakuni" userId="ee8fbdda0173492d" providerId="LiveId" clId="{51701298-6E85-43A9-94CD-8B2362939C56}" dt="2026-08-20T17:49:34.376" v="176" actId="2711"/>
          <ac:spMkLst>
            <pc:docMk/>
            <pc:sldMk cId="0" sldId="263"/>
            <ac:spMk id="12" creationId="{00000000-0000-0000-0000-000000000000}"/>
          </ac:spMkLst>
        </pc:spChg>
        <pc:spChg chg="mod">
          <ac:chgData name="Nagaveni Harakuni" userId="ee8fbdda0173492d" providerId="LiveId" clId="{51701298-6E85-43A9-94CD-8B2362939C56}" dt="2026-08-20T17:49:22.916" v="174" actId="120"/>
          <ac:spMkLst>
            <pc:docMk/>
            <pc:sldMk cId="0" sldId="263"/>
            <ac:spMk id="13" creationId="{00000000-0000-0000-0000-000000000000}"/>
          </ac:spMkLst>
        </pc:spChg>
      </pc:sldChg>
      <pc:sldChg chg="addSp delSp modSp mod">
        <pc:chgData name="Nagaveni Harakuni" userId="ee8fbdda0173492d" providerId="LiveId" clId="{51701298-6E85-43A9-94CD-8B2362939C56}" dt="2026-08-20T17:47:37.222" v="162" actId="1076"/>
        <pc:sldMkLst>
          <pc:docMk/>
          <pc:sldMk cId="0" sldId="264"/>
        </pc:sldMkLst>
        <pc:spChg chg="mod">
          <ac:chgData name="Nagaveni Harakuni" userId="ee8fbdda0173492d" providerId="LiveId" clId="{51701298-6E85-43A9-94CD-8B2362939C56}" dt="2026-08-20T17:47:00.788" v="156" actId="255"/>
          <ac:spMkLst>
            <pc:docMk/>
            <pc:sldMk cId="0" sldId="264"/>
            <ac:spMk id="3" creationId="{00000000-0000-0000-0000-000000000000}"/>
          </ac:spMkLst>
        </pc:spChg>
        <pc:spChg chg="del">
          <ac:chgData name="Nagaveni Harakuni" userId="ee8fbdda0173492d" providerId="LiveId" clId="{51701298-6E85-43A9-94CD-8B2362939C56}" dt="2026-08-20T17:44:31.107" v="107" actId="478"/>
          <ac:spMkLst>
            <pc:docMk/>
            <pc:sldMk cId="0" sldId="264"/>
            <ac:spMk id="4" creationId="{00000000-0000-0000-0000-000000000000}"/>
          </ac:spMkLst>
        </pc:spChg>
        <pc:spChg chg="del">
          <ac:chgData name="Nagaveni Harakuni" userId="ee8fbdda0173492d" providerId="LiveId" clId="{51701298-6E85-43A9-94CD-8B2362939C56}" dt="2026-08-20T17:43:42.797" v="60" actId="478"/>
          <ac:spMkLst>
            <pc:docMk/>
            <pc:sldMk cId="0" sldId="264"/>
            <ac:spMk id="6" creationId="{00000000-0000-0000-0000-000000000000}"/>
          </ac:spMkLst>
        </pc:spChg>
        <pc:spChg chg="del mod">
          <ac:chgData name="Nagaveni Harakuni" userId="ee8fbdda0173492d" providerId="LiveId" clId="{51701298-6E85-43A9-94CD-8B2362939C56}" dt="2026-08-20T17:43:53.060" v="64" actId="478"/>
          <ac:spMkLst>
            <pc:docMk/>
            <pc:sldMk cId="0" sldId="264"/>
            <ac:spMk id="7" creationId="{00000000-0000-0000-0000-000000000000}"/>
          </ac:spMkLst>
        </pc:spChg>
        <pc:spChg chg="del">
          <ac:chgData name="Nagaveni Harakuni" userId="ee8fbdda0173492d" providerId="LiveId" clId="{51701298-6E85-43A9-94CD-8B2362939C56}" dt="2026-08-20T17:42:57.932" v="50" actId="478"/>
          <ac:spMkLst>
            <pc:docMk/>
            <pc:sldMk cId="0" sldId="264"/>
            <ac:spMk id="9" creationId="{00000000-0000-0000-0000-000000000000}"/>
          </ac:spMkLst>
        </pc:spChg>
        <pc:spChg chg="del mod">
          <ac:chgData name="Nagaveni Harakuni" userId="ee8fbdda0173492d" providerId="LiveId" clId="{51701298-6E85-43A9-94CD-8B2362939C56}" dt="2026-08-20T17:43:10.392" v="53" actId="478"/>
          <ac:spMkLst>
            <pc:docMk/>
            <pc:sldMk cId="0" sldId="264"/>
            <ac:spMk id="10" creationId="{00000000-0000-0000-0000-000000000000}"/>
          </ac:spMkLst>
        </pc:spChg>
        <pc:spChg chg="del mod">
          <ac:chgData name="Nagaveni Harakuni" userId="ee8fbdda0173492d" providerId="LiveId" clId="{51701298-6E85-43A9-94CD-8B2362939C56}" dt="2026-08-20T17:41:42.854" v="30" actId="478"/>
          <ac:spMkLst>
            <pc:docMk/>
            <pc:sldMk cId="0" sldId="264"/>
            <ac:spMk id="12" creationId="{00000000-0000-0000-0000-000000000000}"/>
          </ac:spMkLst>
        </pc:spChg>
        <pc:spChg chg="del mod">
          <ac:chgData name="Nagaveni Harakuni" userId="ee8fbdda0173492d" providerId="LiveId" clId="{51701298-6E85-43A9-94CD-8B2362939C56}" dt="2026-08-20T17:41:57.710" v="32" actId="478"/>
          <ac:spMkLst>
            <pc:docMk/>
            <pc:sldMk cId="0" sldId="264"/>
            <ac:spMk id="13" creationId="{00000000-0000-0000-0000-000000000000}"/>
          </ac:spMkLst>
        </pc:spChg>
        <pc:spChg chg="del">
          <ac:chgData name="Nagaveni Harakuni" userId="ee8fbdda0173492d" providerId="LiveId" clId="{51701298-6E85-43A9-94CD-8B2362939C56}" dt="2026-08-20T17:42:38.047" v="40" actId="478"/>
          <ac:spMkLst>
            <pc:docMk/>
            <pc:sldMk cId="0" sldId="264"/>
            <ac:spMk id="15" creationId="{00000000-0000-0000-0000-000000000000}"/>
          </ac:spMkLst>
        </pc:spChg>
        <pc:spChg chg="del mod">
          <ac:chgData name="Nagaveni Harakuni" userId="ee8fbdda0173492d" providerId="LiveId" clId="{51701298-6E85-43A9-94CD-8B2362939C56}" dt="2026-08-20T17:42:50.707" v="47" actId="478"/>
          <ac:spMkLst>
            <pc:docMk/>
            <pc:sldMk cId="0" sldId="264"/>
            <ac:spMk id="16" creationId="{00000000-0000-0000-0000-000000000000}"/>
          </ac:spMkLst>
        </pc:spChg>
        <pc:picChg chg="del">
          <ac:chgData name="Nagaveni Harakuni" userId="ee8fbdda0173492d" providerId="LiveId" clId="{51701298-6E85-43A9-94CD-8B2362939C56}" dt="2026-08-20T17:43:40.551" v="59" actId="478"/>
          <ac:picMkLst>
            <pc:docMk/>
            <pc:sldMk cId="0" sldId="264"/>
            <ac:picMk id="8" creationId="{00000000-0000-0000-0000-000000000000}"/>
          </ac:picMkLst>
        </pc:picChg>
        <pc:picChg chg="del">
          <ac:chgData name="Nagaveni Harakuni" userId="ee8fbdda0173492d" providerId="LiveId" clId="{51701298-6E85-43A9-94CD-8B2362939C56}" dt="2026-08-20T17:42:56.481" v="49" actId="478"/>
          <ac:picMkLst>
            <pc:docMk/>
            <pc:sldMk cId="0" sldId="264"/>
            <ac:picMk id="11" creationId="{00000000-0000-0000-0000-000000000000}"/>
          </ac:picMkLst>
        </pc:picChg>
        <pc:picChg chg="del mod modCrop">
          <ac:chgData name="Nagaveni Harakuni" userId="ee8fbdda0173492d" providerId="LiveId" clId="{51701298-6E85-43A9-94CD-8B2362939C56}" dt="2026-08-20T17:40:45.783" v="21" actId="478"/>
          <ac:picMkLst>
            <pc:docMk/>
            <pc:sldMk cId="0" sldId="264"/>
            <ac:picMk id="14" creationId="{00000000-0000-0000-0000-000000000000}"/>
          </ac:picMkLst>
        </pc:picChg>
        <pc:picChg chg="del">
          <ac:chgData name="Nagaveni Harakuni" userId="ee8fbdda0173492d" providerId="LiveId" clId="{51701298-6E85-43A9-94CD-8B2362939C56}" dt="2026-08-20T17:42:36.474" v="39" actId="478"/>
          <ac:picMkLst>
            <pc:docMk/>
            <pc:sldMk cId="0" sldId="264"/>
            <ac:picMk id="17" creationId="{00000000-0000-0000-0000-000000000000}"/>
          </ac:picMkLst>
        </pc:picChg>
        <pc:picChg chg="add mod">
          <ac:chgData name="Nagaveni Harakuni" userId="ee8fbdda0173492d" providerId="LiveId" clId="{51701298-6E85-43A9-94CD-8B2362939C56}" dt="2026-08-20T17:46:15.480" v="151" actId="1076"/>
          <ac:picMkLst>
            <pc:docMk/>
            <pc:sldMk cId="0" sldId="264"/>
            <ac:picMk id="19" creationId="{D8268F09-07E0-EFFF-E5B2-DF2CD85EBA74}"/>
          </ac:picMkLst>
        </pc:picChg>
        <pc:picChg chg="add mod">
          <ac:chgData name="Nagaveni Harakuni" userId="ee8fbdda0173492d" providerId="LiveId" clId="{51701298-6E85-43A9-94CD-8B2362939C56}" dt="2026-08-20T17:47:11.756" v="159" actId="1076"/>
          <ac:picMkLst>
            <pc:docMk/>
            <pc:sldMk cId="0" sldId="264"/>
            <ac:picMk id="21" creationId="{412158ED-845C-1779-5A00-D52B1565D42E}"/>
          </ac:picMkLst>
        </pc:picChg>
        <pc:picChg chg="add mod">
          <ac:chgData name="Nagaveni Harakuni" userId="ee8fbdda0173492d" providerId="LiveId" clId="{51701298-6E85-43A9-94CD-8B2362939C56}" dt="2026-08-20T17:47:24.286" v="160" actId="1076"/>
          <ac:picMkLst>
            <pc:docMk/>
            <pc:sldMk cId="0" sldId="264"/>
            <ac:picMk id="23" creationId="{29F28362-3EBA-D152-DD32-44F67A692EBD}"/>
          </ac:picMkLst>
        </pc:picChg>
        <pc:picChg chg="add mod">
          <ac:chgData name="Nagaveni Harakuni" userId="ee8fbdda0173492d" providerId="LiveId" clId="{51701298-6E85-43A9-94CD-8B2362939C56}" dt="2026-08-20T17:47:37.222" v="162" actId="1076"/>
          <ac:picMkLst>
            <pc:docMk/>
            <pc:sldMk cId="0" sldId="264"/>
            <ac:picMk id="25" creationId="{118B55EA-6CD3-3BE2-FB8E-0D5799297CC3}"/>
          </ac:picMkLst>
        </pc:picChg>
      </pc:sldChg>
      <pc:sldChg chg="addSp delSp modSp mod">
        <pc:chgData name="Nagaveni Harakuni" userId="ee8fbdda0173492d" providerId="LiveId" clId="{51701298-6E85-43A9-94CD-8B2362939C56}" dt="2026-08-20T17:56:42.892" v="247" actId="27309"/>
        <pc:sldMkLst>
          <pc:docMk/>
          <pc:sldMk cId="0" sldId="265"/>
        </pc:sldMkLst>
        <pc:spChg chg="mod">
          <ac:chgData name="Nagaveni Harakuni" userId="ee8fbdda0173492d" providerId="LiveId" clId="{51701298-6E85-43A9-94CD-8B2362939C56}" dt="2026-08-20T17:56:33.563" v="244" actId="2711"/>
          <ac:spMkLst>
            <pc:docMk/>
            <pc:sldMk cId="0" sldId="265"/>
            <ac:spMk id="3" creationId="{00000000-0000-0000-0000-000000000000}"/>
          </ac:spMkLst>
        </pc:spChg>
        <pc:spChg chg="del">
          <ac:chgData name="Nagaveni Harakuni" userId="ee8fbdda0173492d" providerId="LiveId" clId="{51701298-6E85-43A9-94CD-8B2362939C56}" dt="2026-08-20T17:56:36.770" v="245" actId="478"/>
          <ac:spMkLst>
            <pc:docMk/>
            <pc:sldMk cId="0" sldId="265"/>
            <ac:spMk id="4" creationId="{00000000-0000-0000-0000-000000000000}"/>
          </ac:spMkLst>
        </pc:spChg>
        <pc:graphicFrameChg chg="add del modGraphic">
          <ac:chgData name="Nagaveni Harakuni" userId="ee8fbdda0173492d" providerId="LiveId" clId="{51701298-6E85-43A9-94CD-8B2362939C56}" dt="2026-08-20T17:56:42.892" v="247" actId="27309"/>
          <ac:graphicFrameMkLst>
            <pc:docMk/>
            <pc:sldMk cId="0" sldId="265"/>
            <ac:graphicFrameMk id="15" creationId="{395F9748-8093-2CB7-AF9D-2BD1CAE05D56}"/>
          </ac:graphicFrameMkLst>
        </pc:graphicFrameChg>
      </pc:sldChg>
      <pc:sldChg chg="delSp modSp mod">
        <pc:chgData name="Nagaveni Harakuni" userId="ee8fbdda0173492d" providerId="LiveId" clId="{51701298-6E85-43A9-94CD-8B2362939C56}" dt="2026-08-20T17:57:17.193" v="253" actId="478"/>
        <pc:sldMkLst>
          <pc:docMk/>
          <pc:sldMk cId="0" sldId="266"/>
        </pc:sldMkLst>
        <pc:spChg chg="mod">
          <ac:chgData name="Nagaveni Harakuni" userId="ee8fbdda0173492d" providerId="LiveId" clId="{51701298-6E85-43A9-94CD-8B2362939C56}" dt="2026-08-20T17:57:13.948" v="252" actId="2711"/>
          <ac:spMkLst>
            <pc:docMk/>
            <pc:sldMk cId="0" sldId="266"/>
            <ac:spMk id="3" creationId="{00000000-0000-0000-0000-000000000000}"/>
          </ac:spMkLst>
        </pc:spChg>
        <pc:spChg chg="del">
          <ac:chgData name="Nagaveni Harakuni" userId="ee8fbdda0173492d" providerId="LiveId" clId="{51701298-6E85-43A9-94CD-8B2362939C56}" dt="2026-08-20T17:57:17.193" v="253" actId="478"/>
          <ac:spMkLst>
            <pc:docMk/>
            <pc:sldMk cId="0" sldId="266"/>
            <ac:spMk id="4" creationId="{00000000-0000-0000-0000-000000000000}"/>
          </ac:spMkLst>
        </pc:spChg>
        <pc:spChg chg="mod">
          <ac:chgData name="Nagaveni Harakuni" userId="ee8fbdda0173492d" providerId="LiveId" clId="{51701298-6E85-43A9-94CD-8B2362939C56}" dt="2026-08-20T17:56:57.880" v="249" actId="120"/>
          <ac:spMkLst>
            <pc:docMk/>
            <pc:sldMk cId="0" sldId="266"/>
            <ac:spMk id="6" creationId="{00000000-0000-0000-0000-000000000000}"/>
          </ac:spMkLst>
        </pc:spChg>
        <pc:spChg chg="mod">
          <ac:chgData name="Nagaveni Harakuni" userId="ee8fbdda0173492d" providerId="LiveId" clId="{51701298-6E85-43A9-94CD-8B2362939C56}" dt="2026-08-20T17:57:07.264" v="251" actId="120"/>
          <ac:spMkLst>
            <pc:docMk/>
            <pc:sldMk cId="0" sldId="266"/>
            <ac:spMk id="7" creationId="{00000000-0000-0000-0000-000000000000}"/>
          </ac:spMkLst>
        </pc:spChg>
      </pc:sldChg>
      <pc:sldChg chg="addSp delSp modSp add mod">
        <pc:chgData name="Nagaveni Harakuni" userId="ee8fbdda0173492d" providerId="LiveId" clId="{51701298-6E85-43A9-94CD-8B2362939C56}" dt="2026-08-20T17:59:48.384" v="286" actId="478"/>
        <pc:sldMkLst>
          <pc:docMk/>
          <pc:sldMk cId="2745135506" sldId="267"/>
        </pc:sldMkLst>
        <pc:spChg chg="add del mod">
          <ac:chgData name="Nagaveni Harakuni" userId="ee8fbdda0173492d" providerId="LiveId" clId="{51701298-6E85-43A9-94CD-8B2362939C56}" dt="2026-08-20T17:59:45.170" v="285" actId="255"/>
          <ac:spMkLst>
            <pc:docMk/>
            <pc:sldMk cId="2745135506" sldId="267"/>
            <ac:spMk id="2" creationId="{7BB5CDB6-FE81-08F8-A6B4-DC385271E6B2}"/>
          </ac:spMkLst>
        </pc:spChg>
        <pc:spChg chg="del">
          <ac:chgData name="Nagaveni Harakuni" userId="ee8fbdda0173492d" providerId="LiveId" clId="{51701298-6E85-43A9-94CD-8B2362939C56}" dt="2026-08-20T17:58:08.783" v="263" actId="478"/>
          <ac:spMkLst>
            <pc:docMk/>
            <pc:sldMk cId="2745135506" sldId="267"/>
            <ac:spMk id="3" creationId="{5DB90E7F-0530-A563-5882-52383E703340}"/>
          </ac:spMkLst>
        </pc:spChg>
        <pc:spChg chg="add mod">
          <ac:chgData name="Nagaveni Harakuni" userId="ee8fbdda0173492d" providerId="LiveId" clId="{51701298-6E85-43A9-94CD-8B2362939C56}" dt="2026-08-20T17:58:32.052" v="268" actId="2085"/>
          <ac:spMkLst>
            <pc:docMk/>
            <pc:sldMk cId="2745135506" sldId="267"/>
            <ac:spMk id="4" creationId="{0055D319-3637-086A-3315-CB4375C239F5}"/>
          </ac:spMkLst>
        </pc:spChg>
        <pc:spChg chg="del">
          <ac:chgData name="Nagaveni Harakuni" userId="ee8fbdda0173492d" providerId="LiveId" clId="{51701298-6E85-43A9-94CD-8B2362939C56}" dt="2026-08-20T17:59:48.384" v="286" actId="478"/>
          <ac:spMkLst>
            <pc:docMk/>
            <pc:sldMk cId="2745135506" sldId="267"/>
            <ac:spMk id="5" creationId="{CAA0F603-7754-5C0C-2BF0-EDD193B54538}"/>
          </ac:spMkLst>
        </pc:spChg>
        <pc:spChg chg="del">
          <ac:chgData name="Nagaveni Harakuni" userId="ee8fbdda0173492d" providerId="LiveId" clId="{51701298-6E85-43A9-94CD-8B2362939C56}" dt="2026-08-20T17:57:54.034" v="259" actId="478"/>
          <ac:spMkLst>
            <pc:docMk/>
            <pc:sldMk cId="2745135506" sldId="267"/>
            <ac:spMk id="6" creationId="{17F2E88A-DB26-A15B-7573-6257E2E8A847}"/>
          </ac:spMkLst>
        </pc:spChg>
        <pc:spChg chg="del mod">
          <ac:chgData name="Nagaveni Harakuni" userId="ee8fbdda0173492d" providerId="LiveId" clId="{51701298-6E85-43A9-94CD-8B2362939C56}" dt="2026-08-20T17:58:02.576" v="262" actId="478"/>
          <ac:spMkLst>
            <pc:docMk/>
            <pc:sldMk cId="2745135506" sldId="267"/>
            <ac:spMk id="7" creationId="{3F2C3A6D-8E4D-3877-DF59-0E9B2FBBE2C3}"/>
          </ac:spMkLst>
        </pc:spChg>
      </pc:sldChg>
      <pc:sldChg chg="new del">
        <pc:chgData name="Nagaveni Harakuni" userId="ee8fbdda0173492d" providerId="LiveId" clId="{51701298-6E85-43A9-94CD-8B2362939C56}" dt="2026-08-20T17:57:44.131" v="257" actId="680"/>
        <pc:sldMkLst>
          <pc:docMk/>
          <pc:sldMk cId="4000398533" sldId="267"/>
        </pc:sldMkLst>
      </pc:sldChg>
      <pc:sldChg chg="add del">
        <pc:chgData name="Nagaveni Harakuni" userId="ee8fbdda0173492d" providerId="LiveId" clId="{51701298-6E85-43A9-94CD-8B2362939C56}" dt="2026-08-20T17:57:43.672" v="256"/>
        <pc:sldMkLst>
          <pc:docMk/>
          <pc:sldMk cId="3972962527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FD2E52-2F3C-48E6-B3E1-D3D3E854690B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E9A38B-FF53-48B5-AAE8-2975527218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866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E9A38B-FF53-48B5-AAE8-29755272180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4790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6858000" cy="1867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8BDF8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PRESENTATION</a:t>
            </a:r>
          </a:p>
          <a:p>
            <a:pPr>
              <a:spcAft>
                <a:spcPts val="600"/>
              </a:spcAft>
              <a:defRPr sz="3600" b="1">
                <a:solidFill>
                  <a:srgbClr val="F8FAFC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KINETICGUARD</a:t>
            </a:r>
          </a:p>
          <a:p>
            <a:pPr>
              <a:spcAft>
                <a:spcPts val="1400"/>
              </a:spcAft>
              <a:defRPr sz="2000" b="1">
                <a:solidFill>
                  <a:srgbClr val="34D399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Sports Injury Risk Detection from Video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End-to-End Real-Time Computer Vision &amp; Biomechanical Telemetry Pipeline for Non-Contact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Injury Prevention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4855464"/>
            <a:ext cx="3596641" cy="996696"/>
          </a:xfrm>
          <a:prstGeom prst="roundRect">
            <a:avLst/>
          </a:prstGeom>
          <a:noFill/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28600" rtlCol="0" anchor="ctr"/>
          <a:lstStyle/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>
              <a:spcAft>
                <a:spcPts val="400"/>
              </a:spcAft>
              <a:defRPr sz="1800" b="1">
                <a:solidFill>
                  <a:srgbClr val="F8FAFC"/>
                </a:solidFill>
                <a:latin typeface="Arial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Nagaveni Shivanand Harakuni</a:t>
            </a:r>
          </a:p>
        </p:txBody>
      </p:sp>
      <p:pic>
        <p:nvPicPr>
          <p:cNvPr id="5" name="Picture 4" descr="hero_athle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8937" y="0"/>
            <a:ext cx="4952758" cy="67757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309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rPr dirty="0"/>
              <a:t>PROBLEM STATEMENT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 of Non-Contact Athletic Injuries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347472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>
              <a:spcAft>
                <a:spcPts val="600"/>
              </a:spcAft>
              <a:defRPr sz="1300" b="1">
                <a:solidFill>
                  <a:srgbClr val="F87171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Injury Causation &amp; Mechanics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Sports injuries frequently occur due to improper movement mechanics, cumulative fatigue, bilateral limb asymmetry, and excessive physical load.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Over 70% of ACL tears and hamstring strains occur during non-contact deceleration, rapid direction cuts, and landing.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Subtle joint deviations (e.g. knee valgus inward collapse) happen in under 50ms, evading human visual perception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347472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>
              <a:spcAft>
                <a:spcPts val="600"/>
              </a:spcAft>
              <a:defRPr sz="1300" b="1">
                <a:solidFill>
                  <a:srgbClr val="FBBF24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Coaching &amp; Athlete Pain Points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Manual visual movement analysis is highly subjective, qualitative, time-consuming, and difficult to perform consistently.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Laboratory motion-capture systems cost $50,000+, require invasive body markers, and are restricted to lab rooms.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Coaches need objective, quantitative movement telemetry to identify potential injury risks before tears occur.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Athletes need clear, actionable feedback to improve movement quality and reduce injury vulnerability.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074920"/>
            <a:ext cx="10698480" cy="1097280"/>
          </a:xfrm>
          <a:prstGeom prst="rect">
            <a:avLst/>
          </a:prstGeom>
          <a:solidFill>
            <a:srgbClr val="16213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tlCol="0" anchor="ctr"/>
          <a:lstStyle/>
          <a:p>
            <a:pPr algn="ctr">
              <a:defRPr sz="1100" b="1">
                <a:solidFill>
                  <a:srgbClr val="F8FAFC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PROBLEM: Traditional coaching lacks accessible, non-invasive, objective tools to detect high-risk movement flaws in real time before severe musculoskeletal injuries happen.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OBJECTIVE &amp; PROPOSED SOLUTION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What KineticGuard is Designed to Achieve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6576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  <a:latin typeface="Arial"/>
              </a:defRPr>
            </a:pPr>
            <a:r>
              <a:t>Slide 3 of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429000" cy="329184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1. Video Movement Analysis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Ingest standard 2D smartphone/broadcast athletic video.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Extract 33 3D anatomical body landmarks frame-by-frame.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Track skeleton joint trajectories, velocities, and motion trails.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371600"/>
            <a:ext cx="3429000" cy="329184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34D399"/>
                </a:solidFill>
                <a:latin typeface="Arial"/>
              </a:defRPr>
            </a:pPr>
            <a:r>
              <a:t>2. Biomechanical Risk Engine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Calculate dynamic 3D joint angles (Knee Valgus, Hip, Spine).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Identify kinematic movement abnormalities and limb asymmetry.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Model fatigue via Acute-to-Chronic Workload Ratio (ACWR).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Compute composite 0–100% Injury Risk Index.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371600"/>
            <a:ext cx="3429000" cy="329184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BBF24"/>
                </a:solidFill>
                <a:latin typeface="Arial"/>
              </a:defRPr>
            </a:pPr>
            <a:r>
              <a:t>3. Actionable Insights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Generate automated clinical Evaluation Reports.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Provide personalized corrective rehabilitation drills.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Maintain longitudinal historical session directories.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Broadcast proactive high-risk anomaly notifications.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892040"/>
            <a:ext cx="10698480" cy="1280160"/>
          </a:xfrm>
          <a:prstGeom prst="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82880" rtlCol="0" anchor="ctr"/>
          <a:lstStyle/>
          <a:p>
            <a:pPr algn="ctr">
              <a:spcAft>
                <a:spcPts val="400"/>
              </a:spcAft>
              <a:defRPr sz="1000" b="1">
                <a:solidFill>
                  <a:srgbClr val="38BDF8"/>
                </a:solidFill>
                <a:latin typeface="Arial"/>
              </a:defRPr>
            </a:pPr>
            <a:r>
              <a:t>SOLUTION TRANSFORMATION FLOW:</a:t>
            </a:r>
          </a:p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[ Subjective / Inconsistent Analysis ]   ───▶   [ KineticGuard AI Vision Platform ]   ───▶   [ Objective, Actionable Clinical Insights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288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309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&amp; WORKFLOW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Computational Pipeline Flowchart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542032" cy="2103120"/>
          </a:xfrm>
          <a:prstGeom prst="roundRect">
            <a:avLst/>
          </a:prstGeom>
          <a:solidFill>
            <a:srgbClr val="16213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0" rtlCol="0" anchor="ctr"/>
          <a:lstStyle/>
          <a:p>
            <a:pPr>
              <a:spcAft>
                <a:spcPts val="300"/>
              </a:spcAft>
              <a:defRPr sz="900" b="1">
                <a:solidFill>
                  <a:srgbClr val="38BDF8"/>
                </a:solidFill>
                <a:latin typeface="Arial"/>
              </a:defRPr>
            </a:pPr>
            <a:r>
              <a:rPr dirty="0"/>
              <a:t>STEP 01</a:t>
            </a:r>
          </a:p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  <a:latin typeface="Arial"/>
              </a:defRPr>
            </a:pPr>
            <a:r>
              <a:rPr dirty="0"/>
              <a:t>1. Athlete Profile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rPr dirty="0"/>
              <a:t>Biometrics, medical history &amp; coach assignment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371600"/>
            <a:ext cx="2542032" cy="2103120"/>
          </a:xfrm>
          <a:prstGeom prst="roundRect">
            <a:avLst/>
          </a:prstGeom>
          <a:solidFill>
            <a:srgbClr val="16213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0" rtlCol="0" anchor="ctr"/>
          <a:lstStyle/>
          <a:p>
            <a:pPr>
              <a:spcAft>
                <a:spcPts val="300"/>
              </a:spcAft>
              <a:defRPr sz="900" b="1">
                <a:solidFill>
                  <a:srgbClr val="38BDF8"/>
                </a:solidFill>
                <a:latin typeface="Arial"/>
              </a:defRPr>
            </a:pPr>
            <a:r>
              <a:rPr dirty="0"/>
              <a:t>STEP 02</a:t>
            </a:r>
          </a:p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  <a:latin typeface="Arial"/>
              </a:defRPr>
            </a:pPr>
            <a:r>
              <a:rPr dirty="0"/>
              <a:t>2. Video Upload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rPr dirty="0"/>
              <a:t>MP4/MOV validation &amp; OpenCV frame decoding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371600"/>
            <a:ext cx="2542032" cy="2103120"/>
          </a:xfrm>
          <a:prstGeom prst="roundRect">
            <a:avLst/>
          </a:prstGeom>
          <a:solidFill>
            <a:srgbClr val="16213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0" rtlCol="0" anchor="ctr"/>
          <a:lstStyle/>
          <a:p>
            <a:pPr>
              <a:spcAft>
                <a:spcPts val="300"/>
              </a:spcAft>
              <a:defRPr sz="900" b="1">
                <a:solidFill>
                  <a:srgbClr val="34D399"/>
                </a:solidFill>
                <a:latin typeface="Arial"/>
              </a:defRPr>
            </a:pPr>
            <a:r>
              <a:rPr dirty="0"/>
              <a:t>STEP 03</a:t>
            </a:r>
          </a:p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  <a:latin typeface="Arial"/>
              </a:defRPr>
            </a:pPr>
            <a:r>
              <a:rPr dirty="0"/>
              <a:t>3. Pose Estimation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rPr dirty="0" err="1"/>
              <a:t>MediaPipe</a:t>
            </a:r>
            <a:r>
              <a:rPr dirty="0"/>
              <a:t> 33-landmark coordinate detection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371600"/>
            <a:ext cx="2542032" cy="2103120"/>
          </a:xfrm>
          <a:prstGeom prst="roundRect">
            <a:avLst/>
          </a:prstGeom>
          <a:solidFill>
            <a:srgbClr val="16213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0" rtlCol="0" anchor="ctr"/>
          <a:lstStyle/>
          <a:p>
            <a:pPr>
              <a:spcAft>
                <a:spcPts val="300"/>
              </a:spcAft>
              <a:defRPr sz="900" b="1">
                <a:solidFill>
                  <a:srgbClr val="34D399"/>
                </a:solidFill>
                <a:latin typeface="Arial"/>
              </a:defRPr>
            </a:pPr>
            <a:r>
              <a:rPr dirty="0"/>
              <a:t>STEP 04</a:t>
            </a:r>
          </a:p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  <a:latin typeface="Arial"/>
              </a:defRPr>
            </a:pPr>
            <a:r>
              <a:rPr dirty="0"/>
              <a:t>4. Skeleton Tracking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rPr dirty="0"/>
              <a:t>2D/3D wireframe &amp; joint velocity telemetry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39"/>
            <a:ext cx="2542032" cy="2103120"/>
          </a:xfrm>
          <a:prstGeom prst="roundRect">
            <a:avLst/>
          </a:prstGeom>
          <a:solidFill>
            <a:srgbClr val="162136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0" rtlCol="0" anchor="ctr"/>
          <a:lstStyle/>
          <a:p>
            <a:pPr>
              <a:spcAft>
                <a:spcPts val="300"/>
              </a:spcAft>
              <a:defRPr sz="900" b="1">
                <a:solidFill>
                  <a:srgbClr val="FBBF24"/>
                </a:solidFill>
                <a:latin typeface="Arial"/>
              </a:defRPr>
            </a:pPr>
            <a:r>
              <a:rPr dirty="0"/>
              <a:t>STEP 05</a:t>
            </a:r>
          </a:p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  <a:latin typeface="Arial"/>
              </a:defRPr>
            </a:pPr>
            <a:r>
              <a:rPr dirty="0"/>
              <a:t>5. Joint Biomechanics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rPr dirty="0"/>
              <a:t>3D vector angles (Valgus, Flexion, Spine)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3749039"/>
            <a:ext cx="2542032" cy="2103120"/>
          </a:xfrm>
          <a:prstGeom prst="roundRect">
            <a:avLst/>
          </a:prstGeom>
          <a:solidFill>
            <a:srgbClr val="162136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0" rtlCol="0" anchor="ctr"/>
          <a:lstStyle/>
          <a:p>
            <a:pPr>
              <a:spcAft>
                <a:spcPts val="300"/>
              </a:spcAft>
              <a:defRPr sz="900" b="1">
                <a:solidFill>
                  <a:srgbClr val="FBBF24"/>
                </a:solidFill>
                <a:latin typeface="Arial"/>
              </a:defRPr>
            </a:pPr>
            <a:r>
              <a:rPr dirty="0"/>
              <a:t>STEP 06</a:t>
            </a:r>
          </a:p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  <a:latin typeface="Arial"/>
              </a:defRPr>
            </a:pPr>
            <a:r>
              <a:rPr dirty="0"/>
              <a:t>6. Risk Analysis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rPr dirty="0"/>
              <a:t>ACWR workload, asymmetry &amp; 0-100% risk index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3749039"/>
            <a:ext cx="2542032" cy="2103120"/>
          </a:xfrm>
          <a:prstGeom prst="roundRect">
            <a:avLst/>
          </a:prstGeom>
          <a:solidFill>
            <a:srgbClr val="162136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0" rtlCol="0" anchor="ctr"/>
          <a:lstStyle/>
          <a:p>
            <a:pPr>
              <a:spcAft>
                <a:spcPts val="300"/>
              </a:spcAft>
              <a:defRPr sz="900" b="1">
                <a:solidFill>
                  <a:srgbClr val="F87171"/>
                </a:solidFill>
                <a:latin typeface="Arial"/>
              </a:defRPr>
            </a:pPr>
            <a:r>
              <a:rPr dirty="0"/>
              <a:t>STEP 07</a:t>
            </a:r>
          </a:p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  <a:latin typeface="Arial"/>
              </a:defRPr>
            </a:pPr>
            <a:r>
              <a:rPr dirty="0"/>
              <a:t>7. Evaluation Report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rPr dirty="0"/>
              <a:t>Clinical summary &amp; corrective exercise drills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3749039"/>
            <a:ext cx="2542032" cy="2103120"/>
          </a:xfrm>
          <a:prstGeom prst="roundRect">
            <a:avLst/>
          </a:prstGeom>
          <a:solidFill>
            <a:srgbClr val="162136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0" rtlCol="0" anchor="ctr"/>
          <a:lstStyle/>
          <a:p>
            <a:pPr>
              <a:spcAft>
                <a:spcPts val="300"/>
              </a:spcAft>
              <a:defRPr sz="900" b="1">
                <a:solidFill>
                  <a:srgbClr val="F87171"/>
                </a:solidFill>
                <a:latin typeface="Arial"/>
              </a:defRPr>
            </a:pPr>
            <a:r>
              <a:rPr dirty="0"/>
              <a:t>STEP 08</a:t>
            </a:r>
          </a:p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  <a:latin typeface="Arial"/>
              </a:defRPr>
            </a:pPr>
            <a:r>
              <a:rPr dirty="0"/>
              <a:t>8. History &amp; Alerts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rPr dirty="0"/>
              <a:t>Date-range filtered logs &amp; threshold alerts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309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Technology Stack &amp;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542032" cy="475488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rPr dirty="0"/>
              <a:t>Frontend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rPr dirty="0"/>
              <a:t>•  React.js 18 (Component Architecture)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rPr dirty="0"/>
              <a:t>•  Vite (Build &amp; Hot Module Reload)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rPr dirty="0"/>
              <a:t>•  Tailwind CSS (Theme Tokens)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rPr dirty="0"/>
              <a:t>•  React Router DOM (Navigation)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rPr dirty="0"/>
              <a:t>•  Axios (API Communication)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Lucide</a:t>
            </a:r>
            <a:r>
              <a:rPr dirty="0"/>
              <a:t> React (Vector Icons)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rPr dirty="0"/>
              <a:t>•  Framer Motion (Animations)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371600"/>
            <a:ext cx="2542032" cy="475488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Arial"/>
              </a:defRPr>
            </a:pPr>
            <a:r>
              <a:rPr dirty="0"/>
              <a:t>Backend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rPr dirty="0"/>
              <a:t>•  Python 3.10 (Core Logic)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FastAPI</a:t>
            </a:r>
            <a:r>
              <a:rPr dirty="0"/>
              <a:t> (High-Speed Async REST)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rPr dirty="0"/>
              <a:t>•  JWT Authentication (Security)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Pydantic</a:t>
            </a:r>
            <a:r>
              <a:rPr dirty="0"/>
              <a:t> (Schema Validation)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Uvicorn</a:t>
            </a:r>
            <a:r>
              <a:rPr dirty="0"/>
              <a:t> (ASGI Web Server)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Bcrypt</a:t>
            </a:r>
            <a:r>
              <a:rPr dirty="0"/>
              <a:t> (Password Hashing)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rPr dirty="0"/>
              <a:t>•  Python Multipart (File Uploads)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371600"/>
            <a:ext cx="2542032" cy="475488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>
              <a:spcAft>
                <a:spcPts val="600"/>
              </a:spcAft>
              <a:defRPr sz="1300" b="1">
                <a:solidFill>
                  <a:srgbClr val="FBBF24"/>
                </a:solidFill>
                <a:latin typeface="Arial"/>
              </a:defRPr>
            </a:pPr>
            <a:r>
              <a:rPr dirty="0"/>
              <a:t>Computer Vision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rPr dirty="0"/>
              <a:t>•  OpenCV (Video Decoding &amp; FPS)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MediaPipe</a:t>
            </a:r>
            <a:r>
              <a:rPr dirty="0"/>
              <a:t> Pose (33 Landmarks)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rPr dirty="0"/>
              <a:t>•  Skeleton &amp; Landmark Tracking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rPr dirty="0"/>
              <a:t>•  Biomechanical Angle Engine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rPr dirty="0"/>
              <a:t>•  NumPy &amp; SciPy (3D Vectors)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rPr dirty="0"/>
              <a:t>•  ACWR Workload Algorithm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rPr dirty="0"/>
              <a:t>•  HTML5 Canvas Overlay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371600"/>
            <a:ext cx="2542032" cy="475488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>
              <a:spcAft>
                <a:spcPts val="600"/>
              </a:spcAft>
              <a:defRPr sz="1300" b="1">
                <a:solidFill>
                  <a:srgbClr val="F87171"/>
                </a:solidFill>
                <a:latin typeface="Arial"/>
              </a:defRPr>
            </a:pPr>
            <a:r>
              <a:rPr dirty="0"/>
              <a:t>Database &amp; Security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rPr dirty="0"/>
              <a:t>•  MongoDB (NoSQL Document Store)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rPr dirty="0"/>
              <a:t>•  Motor (Async MongoDB Driver)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PyMongo</a:t>
            </a:r>
            <a:r>
              <a:rPr dirty="0"/>
              <a:t> (Database Client)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rPr dirty="0"/>
              <a:t>•  Role-Based Access Control (RBAC)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rPr dirty="0"/>
              <a:t>•  Coach-Athlete Data Isolation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rPr dirty="0"/>
              <a:t>•  UUID File Naming System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rPr dirty="0"/>
              <a:t>•  Local Secure Storage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309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Multi-Tier System Architecture &amp; Data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100584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tlCol="0" anchor="ctr"/>
          <a:lstStyle/>
          <a:p>
            <a:pPr algn="ctr">
              <a:defRPr sz="1100" b="1">
                <a:solidFill>
                  <a:srgbClr val="38BDF8"/>
                </a:solidFill>
                <a:latin typeface="Arial"/>
              </a:defRPr>
            </a:pPr>
            <a:r>
              <a:t>1. Users Layer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Athlete / Coach / Admin / Physio Clients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100584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tlCol="0" anchor="ctr"/>
          <a:lstStyle/>
          <a:p>
            <a:pPr algn="ctr">
              <a:defRPr sz="1100" b="1">
                <a:solidFill>
                  <a:srgbClr val="38BDF8"/>
                </a:solidFill>
                <a:latin typeface="Arial"/>
              </a:defRPr>
            </a:pPr>
            <a:r>
              <a:t>2. Frontend Layer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React 18 SPA + Tailwind CSS Dashboard (Port 5173)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5212080" cy="100584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tlCol="0" anchor="ctr"/>
          <a:lstStyle/>
          <a:p>
            <a:pPr algn="ctr">
              <a:defRPr sz="1100" b="1">
                <a:solidFill>
                  <a:srgbClr val="34D399"/>
                </a:solidFill>
                <a:latin typeface="Arial"/>
              </a:defRPr>
            </a:pPr>
            <a:r>
              <a:t>3. Backend Gateway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FastAPI REST Server + JWT Authentication &amp; RBAC (Port 8000)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560320"/>
            <a:ext cx="5212080" cy="100584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tlCol="0" anchor="ctr"/>
          <a:lstStyle/>
          <a:p>
            <a:pPr algn="ctr">
              <a:defRPr sz="1100" b="1">
                <a:solidFill>
                  <a:srgbClr val="34D399"/>
                </a:solidFill>
                <a:latin typeface="Arial"/>
              </a:defRPr>
            </a:pPr>
            <a:r>
              <a:t>4. Video Processing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OpenCV Video Validator + Multi-Format Streaming Ingestion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39"/>
            <a:ext cx="5212080" cy="100584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tlCol="0" anchor="ctr"/>
          <a:lstStyle/>
          <a:p>
            <a:pPr algn="ctr">
              <a:defRPr sz="1100" b="1">
                <a:solidFill>
                  <a:srgbClr val="FBBF24"/>
                </a:solidFill>
                <a:latin typeface="Arial"/>
              </a:defRPr>
            </a:pPr>
            <a:r>
              <a:t>5. Pose &amp; Skeleton Analysis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MediaPipe 33-Keypoint Extraction + 2D/3D Wireframe Tracking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749039"/>
            <a:ext cx="5212080" cy="100584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tlCol="0" anchor="ctr"/>
          <a:lstStyle/>
          <a:p>
            <a:pPr algn="ctr">
              <a:defRPr sz="1100" b="1">
                <a:solidFill>
                  <a:srgbClr val="FBBF24"/>
                </a:solidFill>
                <a:latin typeface="Arial"/>
              </a:defRPr>
            </a:pPr>
            <a:r>
              <a:t>6. Biomechanical / Risk Engine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3D Joint Angle Vectors + ACWR Fatigue + Anomaly Scoring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37760"/>
            <a:ext cx="5212080" cy="100584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tlCol="0" anchor="ctr"/>
          <a:lstStyle/>
          <a:p>
            <a:pPr algn="ctr">
              <a:defRPr sz="1100" b="1">
                <a:solidFill>
                  <a:srgbClr val="F87171"/>
                </a:solidFill>
                <a:latin typeface="Arial"/>
              </a:defRPr>
            </a:pPr>
            <a:r>
              <a:t>7. MongoDB Persistence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Collections: Users, Athletes, Videos, AnalysisSessions, Biomechanics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937760"/>
            <a:ext cx="5212080" cy="100584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tlCol="0" anchor="ctr"/>
          <a:lstStyle/>
          <a:p>
            <a:pPr algn="ctr">
              <a:defRPr sz="1100" b="1">
                <a:solidFill>
                  <a:srgbClr val="F87171"/>
                </a:solidFill>
                <a:latin typeface="Arial"/>
              </a:defRPr>
            </a:pPr>
            <a:r>
              <a:t>8. Outputs &amp; Delivery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Clinical Evaluation Reports + Date-Filtered History + Proactive Alerts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309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BY MILESTONES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Unified Engineering Milestone Stages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542032" cy="475488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Milestone 1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Authentication &amp; Security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Role-Based Access Control (RBAC)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Athlete Biometric Registry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Coach-Athlete Assignment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User Profile Self-Service (`PUT /me`)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Dark / Light Theme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371600"/>
            <a:ext cx="2542032" cy="475488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34D399"/>
                </a:solidFill>
                <a:latin typeface="Arial"/>
              </a:defRPr>
            </a:pPr>
            <a:r>
              <a:t>Milestone 2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Video Upload &amp; File Management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MediaPipe 33-Keypoint Extraction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Real-Time Skeleton Tracking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2D/3D Wireframe Canvas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Joint Biomechanics Engine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Interactive Telemetry Player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371600"/>
            <a:ext cx="2542032" cy="475488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BBF24"/>
                </a:solidFill>
                <a:latin typeface="Arial"/>
              </a:defRPr>
            </a:pPr>
            <a:r>
              <a:t>Milestone 3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Athlete Intelligence Dashboard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Kinematic Joint Anomaly Analysis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Bilateral Asymmetry Detection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Fatigue / ACWR Workload Ratio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Composite Injury Risk Scoring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Dynamic Vulnerability Badging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371600"/>
            <a:ext cx="2542032" cy="475488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87171"/>
                </a:solidFill>
                <a:latin typeface="Arial"/>
              </a:defRPr>
            </a:pPr>
            <a:r>
              <a:t>Milestone 4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Clinical Evaluation Reports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Personalized Corrective Drills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Historical Session Logs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Date-Range Query Filter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Proactive Anomaly Alerts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Printable Report Export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309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rPr dirty="0"/>
              <a:t>KEY FEATURES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Implemented Capabilities of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KineticGuard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542032" cy="210312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tlCol="0" anchor="ctr"/>
          <a:lstStyle/>
          <a:p>
            <a:pPr>
              <a:spcAft>
                <a:spcPts val="500"/>
              </a:spcAft>
              <a:defRPr sz="1200" b="1">
                <a:solidFill>
                  <a:srgbClr val="38BDF8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User Access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tailored workflows for Athletes, Coaches, Physios, and Admins with strict data isolation.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371600"/>
            <a:ext cx="2542032" cy="210312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tlCol="0" anchor="ctr"/>
          <a:lstStyle/>
          <a:p>
            <a:pPr>
              <a:spcAft>
                <a:spcPts val="500"/>
              </a:spcAft>
              <a:defRPr sz="1200" b="1">
                <a:solidFill>
                  <a:srgbClr val="38BDF8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Athlete Profile Hub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physical indicators, sports, playing positions, injury history, and disability status.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371600"/>
            <a:ext cx="2542032" cy="210312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tlCol="0" anchor="ctr"/>
          <a:lstStyle/>
          <a:p>
            <a:pPr>
              <a:spcAft>
                <a:spcPts val="500"/>
              </a:spcAft>
              <a:defRPr sz="1200" b="1">
                <a:solidFill>
                  <a:srgbClr val="34D399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Processing &amp; Storage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Multi-format validation, chunked upload, thumbnail preview, and permanent disk deletion.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371600"/>
            <a:ext cx="2542032" cy="210312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tlCol="0" anchor="ctr"/>
          <a:lstStyle/>
          <a:p>
            <a:pPr>
              <a:spcAft>
                <a:spcPts val="500"/>
              </a:spcAft>
              <a:defRPr sz="1200" b="1">
                <a:solidFill>
                  <a:srgbClr val="34D399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Pose &amp; Skeleton Tracking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33-landmark detection with real-time motion trails and velocity calculations</a:t>
            </a:r>
            <a:r>
              <a:rPr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39"/>
            <a:ext cx="2542032" cy="210312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tlCol="0" anchor="ctr"/>
          <a:lstStyle/>
          <a:p>
            <a:pPr>
              <a:spcAft>
                <a:spcPts val="500"/>
              </a:spcAft>
              <a:defRPr sz="1200" b="1">
                <a:solidFill>
                  <a:srgbClr val="FBBF24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Biomechanical Telemetry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Frame-by-frame 3D angles: Knee Valgus/Varus, Hip Flexion, Ankle, and Spine Lateral Sway.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3749039"/>
            <a:ext cx="2542032" cy="210312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tlCol="0" anchor="ctr"/>
          <a:lstStyle/>
          <a:p>
            <a:pPr>
              <a:spcAft>
                <a:spcPts val="500"/>
              </a:spcAft>
              <a:defRPr sz="1200" b="1">
                <a:solidFill>
                  <a:srgbClr val="FBBF24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Injury Risk &amp; Intelligence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Composite 0-100% risk index, bilateral asymmetry percentage, and ACWR fatigue tracking.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3749039"/>
            <a:ext cx="2542032" cy="210312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tlCol="0" anchor="ctr"/>
          <a:lstStyle/>
          <a:p>
            <a:pPr>
              <a:spcAft>
                <a:spcPts val="500"/>
              </a:spcAft>
              <a:defRPr sz="1200" b="1">
                <a:solidFill>
                  <a:srgbClr val="F87171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Evaluation Reports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Diagnostic observations, risk badges, and algorithmically generated rehabilitation drills</a:t>
            </a:r>
            <a:r>
              <a:rPr dirty="0"/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8450" y="3749039"/>
            <a:ext cx="2542032" cy="210312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tlCol="0" anchor="ctr"/>
          <a:lstStyle/>
          <a:p>
            <a:pPr>
              <a:spcAft>
                <a:spcPts val="500"/>
              </a:spcAft>
              <a:defRPr sz="1200" b="1">
                <a:solidFill>
                  <a:srgbClr val="F87171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Logs &amp; Alerts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Date-range filtered session directory with one-click report review and real-time alerts.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28083"/>
            <a:ext cx="3099816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rPr lang="en-IN" sz="1700" dirty="0"/>
              <a:t>APPLICATION INTERFACES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8268F09-07E0-EFFF-E5B2-DF2CD85EB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595" y="3856628"/>
            <a:ext cx="5628023" cy="2880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12158ED-845C-1779-5A00-D52B1565D4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2859" y="3856628"/>
            <a:ext cx="5621594" cy="2880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9F28362-3EBA-D152-DD32-44F67A692E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620" y="683160"/>
            <a:ext cx="5641485" cy="2880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18B55EA-6CD3-3BE2-FB8E-0D5799297C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0943" y="683160"/>
            <a:ext cx="5593510" cy="288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309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DEMONSTRATION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Live Demonstration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542032" cy="2103120"/>
          </a:xfrm>
          <a:prstGeom prst="roundRect">
            <a:avLst/>
          </a:prstGeom>
          <a:solidFill>
            <a:srgbClr val="16213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tlCol="0" anchor="ctr"/>
          <a:lstStyle/>
          <a:p>
            <a:pPr algn="ctr">
              <a:spcAft>
                <a:spcPts val="300"/>
              </a:spcAft>
              <a:defRPr sz="900" b="1">
                <a:solidFill>
                  <a:srgbClr val="38BDF8"/>
                </a:solidFill>
                <a:latin typeface="Arial"/>
              </a:defRPr>
            </a:pPr>
            <a:r>
              <a:t>PHASE 1</a:t>
            </a:r>
          </a:p>
          <a:p>
            <a:pPr>
              <a:spcAft>
                <a:spcPts val="500"/>
              </a:spcAft>
              <a:defRPr sz="1200" b="1">
                <a:solidFill>
                  <a:srgbClr val="F8FAFC"/>
                </a:solidFill>
                <a:latin typeface="Arial"/>
              </a:defRPr>
            </a:pPr>
            <a:r>
              <a:t>Step 1: Authenticate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Log in as Coach or Athlete with JWT security credentials.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371600"/>
            <a:ext cx="2542032" cy="2103120"/>
          </a:xfrm>
          <a:prstGeom prst="roundRect">
            <a:avLst/>
          </a:prstGeom>
          <a:solidFill>
            <a:srgbClr val="16213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tlCol="0" anchor="ctr"/>
          <a:lstStyle/>
          <a:p>
            <a:pPr algn="ctr">
              <a:spcAft>
                <a:spcPts val="300"/>
              </a:spcAft>
              <a:defRPr sz="900" b="1">
                <a:solidFill>
                  <a:srgbClr val="38BDF8"/>
                </a:solidFill>
                <a:latin typeface="Arial"/>
              </a:defRPr>
            </a:pPr>
            <a:r>
              <a:t>PHASE 2</a:t>
            </a:r>
          </a:p>
          <a:p>
            <a:pPr>
              <a:spcAft>
                <a:spcPts val="500"/>
              </a:spcAft>
              <a:defRPr sz="1200" b="1">
                <a:solidFill>
                  <a:srgbClr val="F8FAFC"/>
                </a:solidFill>
                <a:latin typeface="Arial"/>
              </a:defRPr>
            </a:pPr>
            <a:r>
              <a:t>Step 2: Select Athlete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Choose athlete from the Biometric Registry or view profile.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371600"/>
            <a:ext cx="2542032" cy="2103120"/>
          </a:xfrm>
          <a:prstGeom prst="roundRect">
            <a:avLst/>
          </a:prstGeom>
          <a:solidFill>
            <a:srgbClr val="16213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tlCol="0" anchor="ctr"/>
          <a:lstStyle/>
          <a:p>
            <a:pPr algn="ctr">
              <a:spcAft>
                <a:spcPts val="300"/>
              </a:spcAft>
              <a:defRPr sz="900" b="1">
                <a:solidFill>
                  <a:srgbClr val="34D399"/>
                </a:solidFill>
                <a:latin typeface="Arial"/>
              </a:defRPr>
            </a:pPr>
            <a:r>
              <a:t>PHASE 3</a:t>
            </a:r>
          </a:p>
          <a:p>
            <a:pPr>
              <a:spcAft>
                <a:spcPts val="500"/>
              </a:spcAft>
              <a:defRPr sz="1200" b="1">
                <a:solidFill>
                  <a:srgbClr val="F8FAFC"/>
                </a:solidFill>
                <a:latin typeface="Arial"/>
              </a:defRPr>
            </a:pPr>
            <a:r>
              <a:t>Step 3: Upload Video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Upload athletic movement video (MP4/MOV) with validation.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371600"/>
            <a:ext cx="2542032" cy="2103120"/>
          </a:xfrm>
          <a:prstGeom prst="roundRect">
            <a:avLst/>
          </a:prstGeom>
          <a:solidFill>
            <a:srgbClr val="16213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tlCol="0" anchor="ctr"/>
          <a:lstStyle/>
          <a:p>
            <a:pPr algn="ctr">
              <a:spcAft>
                <a:spcPts val="300"/>
              </a:spcAft>
              <a:defRPr sz="900" b="1">
                <a:solidFill>
                  <a:srgbClr val="34D399"/>
                </a:solidFill>
                <a:latin typeface="Arial"/>
              </a:defRPr>
            </a:pPr>
            <a:r>
              <a:t>PHASE 4</a:t>
            </a:r>
          </a:p>
          <a:p>
            <a:pPr>
              <a:spcAft>
                <a:spcPts val="500"/>
              </a:spcAft>
              <a:defRPr sz="1200" b="1">
                <a:solidFill>
                  <a:srgbClr val="F8FAFC"/>
                </a:solidFill>
                <a:latin typeface="Arial"/>
              </a:defRPr>
            </a:pPr>
            <a:r>
              <a:t>Step 4: Process Movement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Automated background pose estimation and skeleton tracking.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39"/>
            <a:ext cx="2542032" cy="2103120"/>
          </a:xfrm>
          <a:prstGeom prst="roundRect">
            <a:avLst/>
          </a:prstGeom>
          <a:solidFill>
            <a:srgbClr val="162136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tlCol="0" anchor="ctr"/>
          <a:lstStyle/>
          <a:p>
            <a:pPr algn="ctr">
              <a:spcAft>
                <a:spcPts val="300"/>
              </a:spcAft>
              <a:defRPr sz="900" b="1">
                <a:solidFill>
                  <a:srgbClr val="FBBF24"/>
                </a:solidFill>
                <a:latin typeface="Arial"/>
              </a:defRPr>
            </a:pPr>
            <a:r>
              <a:t>PHASE 5</a:t>
            </a:r>
          </a:p>
          <a:p>
            <a:pPr>
              <a:spcAft>
                <a:spcPts val="500"/>
              </a:spcAft>
              <a:defRPr sz="1200" b="1">
                <a:solidFill>
                  <a:srgbClr val="F8FAFC"/>
                </a:solidFill>
                <a:latin typeface="Arial"/>
              </a:defRPr>
            </a:pPr>
            <a:r>
              <a:t>Step 5: View Biomechanics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Inspect joint angle heatmaps, velocities, and 3D wireframes.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3749039"/>
            <a:ext cx="2542032" cy="2103120"/>
          </a:xfrm>
          <a:prstGeom prst="roundRect">
            <a:avLst/>
          </a:prstGeom>
          <a:solidFill>
            <a:srgbClr val="162136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tlCol="0" anchor="ctr"/>
          <a:lstStyle/>
          <a:p>
            <a:pPr algn="ctr">
              <a:spcAft>
                <a:spcPts val="300"/>
              </a:spcAft>
              <a:defRPr sz="900" b="1">
                <a:solidFill>
                  <a:srgbClr val="FBBF24"/>
                </a:solidFill>
                <a:latin typeface="Arial"/>
              </a:defRPr>
            </a:pPr>
            <a:r>
              <a:t>PHASE 6</a:t>
            </a:r>
          </a:p>
          <a:p>
            <a:pPr>
              <a:spcAft>
                <a:spcPts val="500"/>
              </a:spcAft>
              <a:defRPr sz="1200" b="1">
                <a:solidFill>
                  <a:srgbClr val="F8FAFC"/>
                </a:solidFill>
                <a:latin typeface="Arial"/>
              </a:defRPr>
            </a:pPr>
            <a:r>
              <a:t>Step 6: View Risk Results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Review composite risk score, radar charts, and ACWR fatigue.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3749039"/>
            <a:ext cx="2542032" cy="2103120"/>
          </a:xfrm>
          <a:prstGeom prst="roundRect">
            <a:avLst/>
          </a:prstGeom>
          <a:solidFill>
            <a:srgbClr val="162136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tlCol="0" anchor="ctr"/>
          <a:lstStyle/>
          <a:p>
            <a:pPr algn="ctr">
              <a:spcAft>
                <a:spcPts val="300"/>
              </a:spcAft>
              <a:defRPr sz="900" b="1">
                <a:solidFill>
                  <a:srgbClr val="F87171"/>
                </a:solidFill>
                <a:latin typeface="Arial"/>
              </a:defRPr>
            </a:pPr>
            <a:r>
              <a:t>PHASE 7</a:t>
            </a:r>
          </a:p>
          <a:p>
            <a:pPr>
              <a:spcAft>
                <a:spcPts val="500"/>
              </a:spcAft>
              <a:defRPr sz="1200" b="1">
                <a:solidFill>
                  <a:srgbClr val="F8FAFC"/>
                </a:solidFill>
                <a:latin typeface="Arial"/>
              </a:defRPr>
            </a:pPr>
            <a:r>
              <a:t>Step 7: Generate Report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Review clinical observations and personalized corrective drills.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3749039"/>
            <a:ext cx="2542032" cy="2103120"/>
          </a:xfrm>
          <a:prstGeom prst="roundRect">
            <a:avLst/>
          </a:prstGeom>
          <a:solidFill>
            <a:srgbClr val="162136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tlCol="0" anchor="ctr"/>
          <a:lstStyle/>
          <a:p>
            <a:pPr algn="ctr">
              <a:spcAft>
                <a:spcPts val="300"/>
              </a:spcAft>
              <a:defRPr sz="900" b="1">
                <a:solidFill>
                  <a:srgbClr val="F87171"/>
                </a:solidFill>
                <a:latin typeface="Arial"/>
              </a:defRPr>
            </a:pPr>
            <a:r>
              <a:t>PHASE 8</a:t>
            </a:r>
          </a:p>
          <a:p>
            <a:pPr>
              <a:spcAft>
                <a:spcPts val="500"/>
              </a:spcAft>
              <a:defRPr sz="1200" b="1">
                <a:solidFill>
                  <a:srgbClr val="F8FAFC"/>
                </a:solidFill>
                <a:latin typeface="Arial"/>
              </a:defRPr>
            </a:pPr>
            <a:r>
              <a:t>Step 8: Review History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Query longitudinal sessions by date range and view alerts.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309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Summary &amp; Future Technical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KineticGuard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delivers an end-to-end platform for automated, video-based athletic movement analysis.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Combines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markerless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computer vision, 3D joint kinematics, and machine learning risk assessment.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Eliminates reliance on costly $50,000+ motion capture laboratories by using standard camera video.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Provides structured clinical insights that empower coaches and athletes in proactive injury prevention.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Successfully implements and integrates all 4 engineering milestones into a production-ready application.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Real-Time Camera Analysis: Live on-pitch sideline video stream processing via WebRTC.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Advanced AI Prediction: Transformer-based temporal models for multi-week injury forecasting.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Wearable Sensor Fusion: Integrate IMU sensors (accelerometers &amp; gyroscopes) with vision data.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Team Multi-Athlete Tracking: Simultaneous multi-player tracking during active team matches.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Cloud &amp; Mobile Deployment: Native iOS/Android app with cloud GPU acceleration.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Personalized Rehabilitation: Adaptive AI exercise prescriptions based on recovery progression.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6146E-4F2F-8254-D496-E4354CECA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B5CDB6-FE81-08F8-A6B4-DC385271E6B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sz="48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55D319-3637-086A-3315-CB4375C239F5}"/>
              </a:ext>
            </a:extLst>
          </p:cNvPr>
          <p:cNvSpPr/>
          <p:nvPr/>
        </p:nvSpPr>
        <p:spPr>
          <a:xfrm>
            <a:off x="3721608" y="2596896"/>
            <a:ext cx="4654296" cy="19476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5135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1396</Words>
  <Application>Microsoft Office PowerPoint</Application>
  <PresentationFormat>Widescreen</PresentationFormat>
  <Paragraphs>208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Nagaveni Harakuni</cp:lastModifiedBy>
  <cp:revision>1</cp:revision>
  <dcterms:created xsi:type="dcterms:W3CDTF">2013-01-27T09:14:16Z</dcterms:created>
  <dcterms:modified xsi:type="dcterms:W3CDTF">2026-08-20T17:59:55Z</dcterms:modified>
  <cp:category/>
</cp:coreProperties>
</file>